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1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2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17.xml" ContentType="application/vnd.openxmlformats-officedocument.presentationml.tags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18.xml" ContentType="application/vnd.openxmlformats-officedocument.presentationml.tags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90" r:id="rId4"/>
    <p:sldId id="259" r:id="rId5"/>
    <p:sldId id="275" r:id="rId6"/>
    <p:sldId id="277" r:id="rId7"/>
    <p:sldId id="269" r:id="rId8"/>
    <p:sldId id="273" r:id="rId9"/>
    <p:sldId id="274" r:id="rId10"/>
  </p:sldIdLst>
  <p:sldSz cx="9144000" cy="6858000" type="screen4x3"/>
  <p:notesSz cx="6858000" cy="9144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20.svg"/><Relationship Id="rId4" Type="http://schemas.openxmlformats.org/officeDocument/2006/relationships/image" Target="../media/image16.svg"/><Relationship Id="rId9" Type="http://schemas.openxmlformats.org/officeDocument/2006/relationships/image" Target="../media/image19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0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26.svg"/><Relationship Id="rId11" Type="http://schemas.openxmlformats.org/officeDocument/2006/relationships/image" Target="../media/image29.png"/><Relationship Id="rId5" Type="http://schemas.openxmlformats.org/officeDocument/2006/relationships/image" Target="../media/image25.png"/><Relationship Id="rId10" Type="http://schemas.openxmlformats.org/officeDocument/2006/relationships/image" Target="../media/image10.svg"/><Relationship Id="rId4" Type="http://schemas.openxmlformats.org/officeDocument/2006/relationships/image" Target="../media/image24.svg"/><Relationship Id="rId9" Type="http://schemas.openxmlformats.org/officeDocument/2006/relationships/image" Target="../media/image9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3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6.png"/><Relationship Id="rId7" Type="http://schemas.openxmlformats.org/officeDocument/2006/relationships/image" Target="../media/image48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20.svg"/><Relationship Id="rId4" Type="http://schemas.openxmlformats.org/officeDocument/2006/relationships/image" Target="../media/image16.svg"/><Relationship Id="rId9" Type="http://schemas.openxmlformats.org/officeDocument/2006/relationships/image" Target="../media/image19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0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26.svg"/><Relationship Id="rId11" Type="http://schemas.openxmlformats.org/officeDocument/2006/relationships/image" Target="../media/image29.png"/><Relationship Id="rId5" Type="http://schemas.openxmlformats.org/officeDocument/2006/relationships/image" Target="../media/image25.png"/><Relationship Id="rId10" Type="http://schemas.openxmlformats.org/officeDocument/2006/relationships/image" Target="../media/image10.svg"/><Relationship Id="rId4" Type="http://schemas.openxmlformats.org/officeDocument/2006/relationships/image" Target="../media/image24.svg"/><Relationship Id="rId9" Type="http://schemas.openxmlformats.org/officeDocument/2006/relationships/image" Target="../media/image9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3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6.png"/><Relationship Id="rId7" Type="http://schemas.openxmlformats.org/officeDocument/2006/relationships/image" Target="../media/image48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C43DF4-6D56-4361-88C7-9162D729573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F14D17A-E864-4840-925E-E05C805148F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Analyze journey patterns and seasonality.</a:t>
          </a:r>
        </a:p>
      </dgm:t>
    </dgm:pt>
    <dgm:pt modelId="{C8FDD03F-93A2-46AE-97C4-4D1C4442F7B3}" type="parTrans" cxnId="{98698530-FDC9-40B8-9730-6790AF9ABE5F}">
      <dgm:prSet/>
      <dgm:spPr/>
      <dgm:t>
        <a:bodyPr/>
        <a:lstStyle/>
        <a:p>
          <a:endParaRPr lang="en-US"/>
        </a:p>
      </dgm:t>
    </dgm:pt>
    <dgm:pt modelId="{B78CCA31-6B77-4530-8A87-A55B1F0C2BC7}" type="sibTrans" cxnId="{98698530-FDC9-40B8-9730-6790AF9ABE5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0EF9D87-F29A-4152-A5E9-77C60F09BD3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Identify causes behind delays &amp; cancellations.</a:t>
          </a:r>
        </a:p>
      </dgm:t>
    </dgm:pt>
    <dgm:pt modelId="{C8B260E5-367C-49FC-9D99-2F1F68AC7D41}" type="parTrans" cxnId="{9672EE1F-11F7-4296-9F09-353A9FF6AB90}">
      <dgm:prSet/>
      <dgm:spPr/>
      <dgm:t>
        <a:bodyPr/>
        <a:lstStyle/>
        <a:p>
          <a:endParaRPr lang="en-US"/>
        </a:p>
      </dgm:t>
    </dgm:pt>
    <dgm:pt modelId="{CC66161D-656A-4BB8-B84E-EAD9B78CDF89}" type="sibTrans" cxnId="{9672EE1F-11F7-4296-9F09-353A9FF6AB9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ACA72BA-D743-4D98-AE97-3B0AF8D078A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Evaluate customer booking and payment behavior.</a:t>
          </a:r>
        </a:p>
      </dgm:t>
    </dgm:pt>
    <dgm:pt modelId="{0F0DE919-AB0A-49F9-A101-E80C8740B9F2}" type="parTrans" cxnId="{3E1DDB2B-95F0-4E45-8252-BC2CF4CA2B29}">
      <dgm:prSet/>
      <dgm:spPr/>
      <dgm:t>
        <a:bodyPr/>
        <a:lstStyle/>
        <a:p>
          <a:endParaRPr lang="en-US"/>
        </a:p>
      </dgm:t>
    </dgm:pt>
    <dgm:pt modelId="{6E909A18-399E-4780-9A2D-A59997C2BB4F}" type="sibTrans" cxnId="{3E1DDB2B-95F0-4E45-8252-BC2CF4CA2B2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0172887-C9F2-44C3-85E8-2B31190ACE8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Build a complete Power BI reporting suite.</a:t>
          </a:r>
        </a:p>
      </dgm:t>
    </dgm:pt>
    <dgm:pt modelId="{C582480E-6C2E-4F91-8AA9-1DAC86DB1985}" type="parTrans" cxnId="{80DEE94F-477E-477C-A5FF-47391B134219}">
      <dgm:prSet/>
      <dgm:spPr/>
      <dgm:t>
        <a:bodyPr/>
        <a:lstStyle/>
        <a:p>
          <a:endParaRPr lang="en-US"/>
        </a:p>
      </dgm:t>
    </dgm:pt>
    <dgm:pt modelId="{7C913247-0AEB-4C1A-A092-0B0448656634}" type="sibTrans" cxnId="{80DEE94F-477E-477C-A5FF-47391B13421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11FEA9A-825A-41FE-A646-6ABA3E27E50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Deliver actionable operational and commercial insights.</a:t>
          </a:r>
        </a:p>
      </dgm:t>
    </dgm:pt>
    <dgm:pt modelId="{2245AC69-93A0-461A-A772-DFD43B74B590}" type="parTrans" cxnId="{B5F47DEE-DBB8-4347-946A-0F9FC55D7EDE}">
      <dgm:prSet/>
      <dgm:spPr/>
      <dgm:t>
        <a:bodyPr/>
        <a:lstStyle/>
        <a:p>
          <a:endParaRPr lang="en-US"/>
        </a:p>
      </dgm:t>
    </dgm:pt>
    <dgm:pt modelId="{6ACB724E-50A7-4F02-89C0-EF37766F4842}" type="sibTrans" cxnId="{B5F47DEE-DBB8-4347-946A-0F9FC55D7EDE}">
      <dgm:prSet/>
      <dgm:spPr/>
      <dgm:t>
        <a:bodyPr/>
        <a:lstStyle/>
        <a:p>
          <a:endParaRPr lang="en-US"/>
        </a:p>
      </dgm:t>
    </dgm:pt>
    <dgm:pt modelId="{8A23FCF2-3D0D-4D96-8FF3-4FE50B15FD5D}" type="pres">
      <dgm:prSet presAssocID="{C6C43DF4-6D56-4361-88C7-9162D729573F}" presName="root" presStyleCnt="0">
        <dgm:presLayoutVars>
          <dgm:dir/>
          <dgm:resizeHandles val="exact"/>
        </dgm:presLayoutVars>
      </dgm:prSet>
      <dgm:spPr/>
    </dgm:pt>
    <dgm:pt modelId="{4946DA45-7073-4A1F-921E-0F9232577E2E}" type="pres">
      <dgm:prSet presAssocID="{C6C43DF4-6D56-4361-88C7-9162D729573F}" presName="container" presStyleCnt="0">
        <dgm:presLayoutVars>
          <dgm:dir/>
          <dgm:resizeHandles val="exact"/>
        </dgm:presLayoutVars>
      </dgm:prSet>
      <dgm:spPr/>
    </dgm:pt>
    <dgm:pt modelId="{00AC6316-0100-473B-B12C-5C58C614F239}" type="pres">
      <dgm:prSet presAssocID="{6F14D17A-E864-4840-925E-E05C805148F3}" presName="compNode" presStyleCnt="0"/>
      <dgm:spPr/>
    </dgm:pt>
    <dgm:pt modelId="{FBDEC9AD-8B5D-4AB2-9075-9D2D88310C4F}" type="pres">
      <dgm:prSet presAssocID="{6F14D17A-E864-4840-925E-E05C805148F3}" presName="iconBgRect" presStyleLbl="bgShp" presStyleIdx="0" presStyleCnt="5"/>
      <dgm:spPr/>
    </dgm:pt>
    <dgm:pt modelId="{0AE0CD33-57A2-4318-892C-43C2AAEE33F7}" type="pres">
      <dgm:prSet presAssocID="{6F14D17A-E864-4840-925E-E05C805148F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6CDF41BC-EF24-4034-9F60-CB7D62712FF0}" type="pres">
      <dgm:prSet presAssocID="{6F14D17A-E864-4840-925E-E05C805148F3}" presName="spaceRect" presStyleCnt="0"/>
      <dgm:spPr/>
    </dgm:pt>
    <dgm:pt modelId="{5878215D-0AED-458D-A0ED-ACC5498147E5}" type="pres">
      <dgm:prSet presAssocID="{6F14D17A-E864-4840-925E-E05C805148F3}" presName="textRect" presStyleLbl="revTx" presStyleIdx="0" presStyleCnt="5">
        <dgm:presLayoutVars>
          <dgm:chMax val="1"/>
          <dgm:chPref val="1"/>
        </dgm:presLayoutVars>
      </dgm:prSet>
      <dgm:spPr/>
    </dgm:pt>
    <dgm:pt modelId="{25A19676-124D-4155-8650-9B12411A4A42}" type="pres">
      <dgm:prSet presAssocID="{B78CCA31-6B77-4530-8A87-A55B1F0C2BC7}" presName="sibTrans" presStyleLbl="sibTrans2D1" presStyleIdx="0" presStyleCnt="0"/>
      <dgm:spPr/>
    </dgm:pt>
    <dgm:pt modelId="{D78681B6-C9B4-4B4F-8085-D3DF591B733F}" type="pres">
      <dgm:prSet presAssocID="{90EF9D87-F29A-4152-A5E9-77C60F09BD3B}" presName="compNode" presStyleCnt="0"/>
      <dgm:spPr/>
    </dgm:pt>
    <dgm:pt modelId="{877528FE-A63E-4364-B832-5A94F6B8A64C}" type="pres">
      <dgm:prSet presAssocID="{90EF9D87-F29A-4152-A5E9-77C60F09BD3B}" presName="iconBgRect" presStyleLbl="bgShp" presStyleIdx="1" presStyleCnt="5"/>
      <dgm:spPr/>
    </dgm:pt>
    <dgm:pt modelId="{8C4CE7E4-F080-4A94-90EC-533A9A6C2AFE}" type="pres">
      <dgm:prSet presAssocID="{90EF9D87-F29A-4152-A5E9-77C60F09BD3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 Sign"/>
        </a:ext>
      </dgm:extLst>
    </dgm:pt>
    <dgm:pt modelId="{E5C171D1-5813-404F-A302-6AF055BE82D9}" type="pres">
      <dgm:prSet presAssocID="{90EF9D87-F29A-4152-A5E9-77C60F09BD3B}" presName="spaceRect" presStyleCnt="0"/>
      <dgm:spPr/>
    </dgm:pt>
    <dgm:pt modelId="{DFD2B536-6AA3-4FAA-AF79-8BD14ADCF265}" type="pres">
      <dgm:prSet presAssocID="{90EF9D87-F29A-4152-A5E9-77C60F09BD3B}" presName="textRect" presStyleLbl="revTx" presStyleIdx="1" presStyleCnt="5">
        <dgm:presLayoutVars>
          <dgm:chMax val="1"/>
          <dgm:chPref val="1"/>
        </dgm:presLayoutVars>
      </dgm:prSet>
      <dgm:spPr/>
    </dgm:pt>
    <dgm:pt modelId="{D1C4E20E-0AB3-425E-BED7-1075B4AFECC5}" type="pres">
      <dgm:prSet presAssocID="{CC66161D-656A-4BB8-B84E-EAD9B78CDF89}" presName="sibTrans" presStyleLbl="sibTrans2D1" presStyleIdx="0" presStyleCnt="0"/>
      <dgm:spPr/>
    </dgm:pt>
    <dgm:pt modelId="{F2567D0B-D3D5-476E-94F3-2DE783F86255}" type="pres">
      <dgm:prSet presAssocID="{DACA72BA-D743-4D98-AE97-3B0AF8D078AD}" presName="compNode" presStyleCnt="0"/>
      <dgm:spPr/>
    </dgm:pt>
    <dgm:pt modelId="{52D00348-624B-420F-8AB9-74999E2142BA}" type="pres">
      <dgm:prSet presAssocID="{DACA72BA-D743-4D98-AE97-3B0AF8D078AD}" presName="iconBgRect" presStyleLbl="bgShp" presStyleIdx="2" presStyleCnt="5"/>
      <dgm:spPr/>
    </dgm:pt>
    <dgm:pt modelId="{F559B17A-83F1-47E5-AA5C-8E31F4407966}" type="pres">
      <dgm:prSet presAssocID="{DACA72BA-D743-4D98-AE97-3B0AF8D078A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A96851EB-E414-4465-A353-50402467D112}" type="pres">
      <dgm:prSet presAssocID="{DACA72BA-D743-4D98-AE97-3B0AF8D078AD}" presName="spaceRect" presStyleCnt="0"/>
      <dgm:spPr/>
    </dgm:pt>
    <dgm:pt modelId="{0171C4AE-B132-45E7-BAD3-5AC00FACAA7C}" type="pres">
      <dgm:prSet presAssocID="{DACA72BA-D743-4D98-AE97-3B0AF8D078AD}" presName="textRect" presStyleLbl="revTx" presStyleIdx="2" presStyleCnt="5">
        <dgm:presLayoutVars>
          <dgm:chMax val="1"/>
          <dgm:chPref val="1"/>
        </dgm:presLayoutVars>
      </dgm:prSet>
      <dgm:spPr/>
    </dgm:pt>
    <dgm:pt modelId="{6CE75DE1-487C-4A5E-AA86-CD66BACD8C79}" type="pres">
      <dgm:prSet presAssocID="{6E909A18-399E-4780-9A2D-A59997C2BB4F}" presName="sibTrans" presStyleLbl="sibTrans2D1" presStyleIdx="0" presStyleCnt="0"/>
      <dgm:spPr/>
    </dgm:pt>
    <dgm:pt modelId="{C60F977A-B711-477E-9246-5C2BE5FE9589}" type="pres">
      <dgm:prSet presAssocID="{60172887-C9F2-44C3-85E8-2B31190ACE8A}" presName="compNode" presStyleCnt="0"/>
      <dgm:spPr/>
    </dgm:pt>
    <dgm:pt modelId="{E788EA25-25C6-46A7-820D-365EFA024EA0}" type="pres">
      <dgm:prSet presAssocID="{60172887-C9F2-44C3-85E8-2B31190ACE8A}" presName="iconBgRect" presStyleLbl="bgShp" presStyleIdx="3" presStyleCnt="5"/>
      <dgm:spPr/>
    </dgm:pt>
    <dgm:pt modelId="{5CF90ABC-4FC8-42CD-A570-6DB64C6F134A}" type="pres">
      <dgm:prSet presAssocID="{60172887-C9F2-44C3-85E8-2B31190ACE8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8DBC99A-AB95-4803-A350-67CAF6AC53A7}" type="pres">
      <dgm:prSet presAssocID="{60172887-C9F2-44C3-85E8-2B31190ACE8A}" presName="spaceRect" presStyleCnt="0"/>
      <dgm:spPr/>
    </dgm:pt>
    <dgm:pt modelId="{5E5AF41A-ADA7-4BA3-BED5-C8433E591F56}" type="pres">
      <dgm:prSet presAssocID="{60172887-C9F2-44C3-85E8-2B31190ACE8A}" presName="textRect" presStyleLbl="revTx" presStyleIdx="3" presStyleCnt="5">
        <dgm:presLayoutVars>
          <dgm:chMax val="1"/>
          <dgm:chPref val="1"/>
        </dgm:presLayoutVars>
      </dgm:prSet>
      <dgm:spPr/>
    </dgm:pt>
    <dgm:pt modelId="{99130EDE-F5D4-45E4-8558-8836EE094E06}" type="pres">
      <dgm:prSet presAssocID="{7C913247-0AEB-4C1A-A092-0B0448656634}" presName="sibTrans" presStyleLbl="sibTrans2D1" presStyleIdx="0" presStyleCnt="0"/>
      <dgm:spPr/>
    </dgm:pt>
    <dgm:pt modelId="{37736677-E3EA-4DC7-8260-602C1F10652C}" type="pres">
      <dgm:prSet presAssocID="{C11FEA9A-825A-41FE-A646-6ABA3E27E506}" presName="compNode" presStyleCnt="0"/>
      <dgm:spPr/>
    </dgm:pt>
    <dgm:pt modelId="{BE3FA907-B8CD-4018-9A32-8358B85610BF}" type="pres">
      <dgm:prSet presAssocID="{C11FEA9A-825A-41FE-A646-6ABA3E27E506}" presName="iconBgRect" presStyleLbl="bgShp" presStyleIdx="4" presStyleCnt="5"/>
      <dgm:spPr/>
    </dgm:pt>
    <dgm:pt modelId="{DEBA8BB4-3B4A-4FD7-AFFD-CC338C29619E}" type="pres">
      <dgm:prSet presAssocID="{C11FEA9A-825A-41FE-A646-6ABA3E27E50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F03B3EC-E6FE-4E63-9D62-0AB66EE59EB7}" type="pres">
      <dgm:prSet presAssocID="{C11FEA9A-825A-41FE-A646-6ABA3E27E506}" presName="spaceRect" presStyleCnt="0"/>
      <dgm:spPr/>
    </dgm:pt>
    <dgm:pt modelId="{B0A7F928-C32A-4383-920E-6846379D359D}" type="pres">
      <dgm:prSet presAssocID="{C11FEA9A-825A-41FE-A646-6ABA3E27E50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672EE1F-11F7-4296-9F09-353A9FF6AB90}" srcId="{C6C43DF4-6D56-4361-88C7-9162D729573F}" destId="{90EF9D87-F29A-4152-A5E9-77C60F09BD3B}" srcOrd="1" destOrd="0" parTransId="{C8B260E5-367C-49FC-9D99-2F1F68AC7D41}" sibTransId="{CC66161D-656A-4BB8-B84E-EAD9B78CDF89}"/>
    <dgm:cxn modelId="{D394CF23-A3D3-4B73-AA55-16EAEAE1DBB7}" type="presOf" srcId="{7C913247-0AEB-4C1A-A092-0B0448656634}" destId="{99130EDE-F5D4-45E4-8558-8836EE094E06}" srcOrd="0" destOrd="0" presId="urn:microsoft.com/office/officeart/2018/2/layout/IconCircleList"/>
    <dgm:cxn modelId="{3E1DDB2B-95F0-4E45-8252-BC2CF4CA2B29}" srcId="{C6C43DF4-6D56-4361-88C7-9162D729573F}" destId="{DACA72BA-D743-4D98-AE97-3B0AF8D078AD}" srcOrd="2" destOrd="0" parTransId="{0F0DE919-AB0A-49F9-A101-E80C8740B9F2}" sibTransId="{6E909A18-399E-4780-9A2D-A59997C2BB4F}"/>
    <dgm:cxn modelId="{D960832F-5CCB-4CC7-A0DA-30FB47E0E9AA}" type="presOf" srcId="{DACA72BA-D743-4D98-AE97-3B0AF8D078AD}" destId="{0171C4AE-B132-45E7-BAD3-5AC00FACAA7C}" srcOrd="0" destOrd="0" presId="urn:microsoft.com/office/officeart/2018/2/layout/IconCircleList"/>
    <dgm:cxn modelId="{98698530-FDC9-40B8-9730-6790AF9ABE5F}" srcId="{C6C43DF4-6D56-4361-88C7-9162D729573F}" destId="{6F14D17A-E864-4840-925E-E05C805148F3}" srcOrd="0" destOrd="0" parTransId="{C8FDD03F-93A2-46AE-97C4-4D1C4442F7B3}" sibTransId="{B78CCA31-6B77-4530-8A87-A55B1F0C2BC7}"/>
    <dgm:cxn modelId="{2E585D5D-BE45-4C61-B5F9-09A0FD2A61C7}" type="presOf" srcId="{C11FEA9A-825A-41FE-A646-6ABA3E27E506}" destId="{B0A7F928-C32A-4383-920E-6846379D359D}" srcOrd="0" destOrd="0" presId="urn:microsoft.com/office/officeart/2018/2/layout/IconCircleList"/>
    <dgm:cxn modelId="{DFD4DA44-BB33-4B9C-AD61-B1D656EA18F9}" type="presOf" srcId="{90EF9D87-F29A-4152-A5E9-77C60F09BD3B}" destId="{DFD2B536-6AA3-4FAA-AF79-8BD14ADCF265}" srcOrd="0" destOrd="0" presId="urn:microsoft.com/office/officeart/2018/2/layout/IconCircleList"/>
    <dgm:cxn modelId="{80DEE94F-477E-477C-A5FF-47391B134219}" srcId="{C6C43DF4-6D56-4361-88C7-9162D729573F}" destId="{60172887-C9F2-44C3-85E8-2B31190ACE8A}" srcOrd="3" destOrd="0" parTransId="{C582480E-6C2E-4F91-8AA9-1DAC86DB1985}" sibTransId="{7C913247-0AEB-4C1A-A092-0B0448656634}"/>
    <dgm:cxn modelId="{73D46872-440D-4910-BD0B-6A596398C5C5}" type="presOf" srcId="{B78CCA31-6B77-4530-8A87-A55B1F0C2BC7}" destId="{25A19676-124D-4155-8650-9B12411A4A42}" srcOrd="0" destOrd="0" presId="urn:microsoft.com/office/officeart/2018/2/layout/IconCircleList"/>
    <dgm:cxn modelId="{AAF7EF52-CD75-44BE-BE0F-271EDD01F0CE}" type="presOf" srcId="{CC66161D-656A-4BB8-B84E-EAD9B78CDF89}" destId="{D1C4E20E-0AB3-425E-BED7-1075B4AFECC5}" srcOrd="0" destOrd="0" presId="urn:microsoft.com/office/officeart/2018/2/layout/IconCircleList"/>
    <dgm:cxn modelId="{80275959-A24D-4D65-B1D1-06EE960C7F7C}" type="presOf" srcId="{C6C43DF4-6D56-4361-88C7-9162D729573F}" destId="{8A23FCF2-3D0D-4D96-8FF3-4FE50B15FD5D}" srcOrd="0" destOrd="0" presId="urn:microsoft.com/office/officeart/2018/2/layout/IconCircleList"/>
    <dgm:cxn modelId="{F0B6D0AC-A958-47F1-8054-45BFB10FE335}" type="presOf" srcId="{6F14D17A-E864-4840-925E-E05C805148F3}" destId="{5878215D-0AED-458D-A0ED-ACC5498147E5}" srcOrd="0" destOrd="0" presId="urn:microsoft.com/office/officeart/2018/2/layout/IconCircleList"/>
    <dgm:cxn modelId="{627B34AF-B7AC-4E22-B808-D4466E081420}" type="presOf" srcId="{60172887-C9F2-44C3-85E8-2B31190ACE8A}" destId="{5E5AF41A-ADA7-4BA3-BED5-C8433E591F56}" srcOrd="0" destOrd="0" presId="urn:microsoft.com/office/officeart/2018/2/layout/IconCircleList"/>
    <dgm:cxn modelId="{54DB45E9-0359-4648-A523-48F532BB5887}" type="presOf" srcId="{6E909A18-399E-4780-9A2D-A59997C2BB4F}" destId="{6CE75DE1-487C-4A5E-AA86-CD66BACD8C79}" srcOrd="0" destOrd="0" presId="urn:microsoft.com/office/officeart/2018/2/layout/IconCircleList"/>
    <dgm:cxn modelId="{B5F47DEE-DBB8-4347-946A-0F9FC55D7EDE}" srcId="{C6C43DF4-6D56-4361-88C7-9162D729573F}" destId="{C11FEA9A-825A-41FE-A646-6ABA3E27E506}" srcOrd="4" destOrd="0" parTransId="{2245AC69-93A0-461A-A772-DFD43B74B590}" sibTransId="{6ACB724E-50A7-4F02-89C0-EF37766F4842}"/>
    <dgm:cxn modelId="{7A203817-FBBA-44AE-B02B-8C19B14201DE}" type="presParOf" srcId="{8A23FCF2-3D0D-4D96-8FF3-4FE50B15FD5D}" destId="{4946DA45-7073-4A1F-921E-0F9232577E2E}" srcOrd="0" destOrd="0" presId="urn:microsoft.com/office/officeart/2018/2/layout/IconCircleList"/>
    <dgm:cxn modelId="{62A8C195-1526-4D3C-945A-FD48F1DE3E58}" type="presParOf" srcId="{4946DA45-7073-4A1F-921E-0F9232577E2E}" destId="{00AC6316-0100-473B-B12C-5C58C614F239}" srcOrd="0" destOrd="0" presId="urn:microsoft.com/office/officeart/2018/2/layout/IconCircleList"/>
    <dgm:cxn modelId="{CBD8A972-1201-45B5-868A-98D9C5249197}" type="presParOf" srcId="{00AC6316-0100-473B-B12C-5C58C614F239}" destId="{FBDEC9AD-8B5D-4AB2-9075-9D2D88310C4F}" srcOrd="0" destOrd="0" presId="urn:microsoft.com/office/officeart/2018/2/layout/IconCircleList"/>
    <dgm:cxn modelId="{5B0649F5-2E5E-4351-94D2-30B1DE5B2CFD}" type="presParOf" srcId="{00AC6316-0100-473B-B12C-5C58C614F239}" destId="{0AE0CD33-57A2-4318-892C-43C2AAEE33F7}" srcOrd="1" destOrd="0" presId="urn:microsoft.com/office/officeart/2018/2/layout/IconCircleList"/>
    <dgm:cxn modelId="{FF14B8C3-B72F-426B-9FFE-3B146E4B33FC}" type="presParOf" srcId="{00AC6316-0100-473B-B12C-5C58C614F239}" destId="{6CDF41BC-EF24-4034-9F60-CB7D62712FF0}" srcOrd="2" destOrd="0" presId="urn:microsoft.com/office/officeart/2018/2/layout/IconCircleList"/>
    <dgm:cxn modelId="{3DD5C165-BFA9-42B4-A848-AB6DA769BFD6}" type="presParOf" srcId="{00AC6316-0100-473B-B12C-5C58C614F239}" destId="{5878215D-0AED-458D-A0ED-ACC5498147E5}" srcOrd="3" destOrd="0" presId="urn:microsoft.com/office/officeart/2018/2/layout/IconCircleList"/>
    <dgm:cxn modelId="{621634E5-76F8-4177-9590-5415FFD0C1DA}" type="presParOf" srcId="{4946DA45-7073-4A1F-921E-0F9232577E2E}" destId="{25A19676-124D-4155-8650-9B12411A4A42}" srcOrd="1" destOrd="0" presId="urn:microsoft.com/office/officeart/2018/2/layout/IconCircleList"/>
    <dgm:cxn modelId="{DCF86E99-7C97-4339-B10C-BF19828EA55A}" type="presParOf" srcId="{4946DA45-7073-4A1F-921E-0F9232577E2E}" destId="{D78681B6-C9B4-4B4F-8085-D3DF591B733F}" srcOrd="2" destOrd="0" presId="urn:microsoft.com/office/officeart/2018/2/layout/IconCircleList"/>
    <dgm:cxn modelId="{3EA8EB15-F051-4054-B237-4A360890CD1F}" type="presParOf" srcId="{D78681B6-C9B4-4B4F-8085-D3DF591B733F}" destId="{877528FE-A63E-4364-B832-5A94F6B8A64C}" srcOrd="0" destOrd="0" presId="urn:microsoft.com/office/officeart/2018/2/layout/IconCircleList"/>
    <dgm:cxn modelId="{4EB6C8BE-7E0A-42FE-8964-0242D9E0F561}" type="presParOf" srcId="{D78681B6-C9B4-4B4F-8085-D3DF591B733F}" destId="{8C4CE7E4-F080-4A94-90EC-533A9A6C2AFE}" srcOrd="1" destOrd="0" presId="urn:microsoft.com/office/officeart/2018/2/layout/IconCircleList"/>
    <dgm:cxn modelId="{FDCF7DF4-8616-4EA6-AC82-9077B74DB031}" type="presParOf" srcId="{D78681B6-C9B4-4B4F-8085-D3DF591B733F}" destId="{E5C171D1-5813-404F-A302-6AF055BE82D9}" srcOrd="2" destOrd="0" presId="urn:microsoft.com/office/officeart/2018/2/layout/IconCircleList"/>
    <dgm:cxn modelId="{0A3F39F7-819B-4D1B-9472-E1420306762D}" type="presParOf" srcId="{D78681B6-C9B4-4B4F-8085-D3DF591B733F}" destId="{DFD2B536-6AA3-4FAA-AF79-8BD14ADCF265}" srcOrd="3" destOrd="0" presId="urn:microsoft.com/office/officeart/2018/2/layout/IconCircleList"/>
    <dgm:cxn modelId="{664C55ED-06DC-4B5D-9CE5-C4206A0EEABA}" type="presParOf" srcId="{4946DA45-7073-4A1F-921E-0F9232577E2E}" destId="{D1C4E20E-0AB3-425E-BED7-1075B4AFECC5}" srcOrd="3" destOrd="0" presId="urn:microsoft.com/office/officeart/2018/2/layout/IconCircleList"/>
    <dgm:cxn modelId="{F349EBFB-7455-45A2-B8A0-EF91AF2B39AD}" type="presParOf" srcId="{4946DA45-7073-4A1F-921E-0F9232577E2E}" destId="{F2567D0B-D3D5-476E-94F3-2DE783F86255}" srcOrd="4" destOrd="0" presId="urn:microsoft.com/office/officeart/2018/2/layout/IconCircleList"/>
    <dgm:cxn modelId="{01F08534-7797-4FB5-8FD3-B715A323930D}" type="presParOf" srcId="{F2567D0B-D3D5-476E-94F3-2DE783F86255}" destId="{52D00348-624B-420F-8AB9-74999E2142BA}" srcOrd="0" destOrd="0" presId="urn:microsoft.com/office/officeart/2018/2/layout/IconCircleList"/>
    <dgm:cxn modelId="{D2F2A93A-C248-4FFA-93FC-9EEB7BEA1E24}" type="presParOf" srcId="{F2567D0B-D3D5-476E-94F3-2DE783F86255}" destId="{F559B17A-83F1-47E5-AA5C-8E31F4407966}" srcOrd="1" destOrd="0" presId="urn:microsoft.com/office/officeart/2018/2/layout/IconCircleList"/>
    <dgm:cxn modelId="{175DD608-F7D5-4C68-B42D-AFB67A0245B9}" type="presParOf" srcId="{F2567D0B-D3D5-476E-94F3-2DE783F86255}" destId="{A96851EB-E414-4465-A353-50402467D112}" srcOrd="2" destOrd="0" presId="urn:microsoft.com/office/officeart/2018/2/layout/IconCircleList"/>
    <dgm:cxn modelId="{A25ED9BA-2AAF-4DFF-BF0D-76CEBA144E70}" type="presParOf" srcId="{F2567D0B-D3D5-476E-94F3-2DE783F86255}" destId="{0171C4AE-B132-45E7-BAD3-5AC00FACAA7C}" srcOrd="3" destOrd="0" presId="urn:microsoft.com/office/officeart/2018/2/layout/IconCircleList"/>
    <dgm:cxn modelId="{8DF3ABED-1BDE-476C-B631-F2E923802561}" type="presParOf" srcId="{4946DA45-7073-4A1F-921E-0F9232577E2E}" destId="{6CE75DE1-487C-4A5E-AA86-CD66BACD8C79}" srcOrd="5" destOrd="0" presId="urn:microsoft.com/office/officeart/2018/2/layout/IconCircleList"/>
    <dgm:cxn modelId="{E8F3D8F7-D6AC-4ECE-A561-753936145507}" type="presParOf" srcId="{4946DA45-7073-4A1F-921E-0F9232577E2E}" destId="{C60F977A-B711-477E-9246-5C2BE5FE9589}" srcOrd="6" destOrd="0" presId="urn:microsoft.com/office/officeart/2018/2/layout/IconCircleList"/>
    <dgm:cxn modelId="{280F4EB4-E053-4C3D-9363-B96A3E6A5B3B}" type="presParOf" srcId="{C60F977A-B711-477E-9246-5C2BE5FE9589}" destId="{E788EA25-25C6-46A7-820D-365EFA024EA0}" srcOrd="0" destOrd="0" presId="urn:microsoft.com/office/officeart/2018/2/layout/IconCircleList"/>
    <dgm:cxn modelId="{616DF8D8-D82F-4BA9-90E1-CA47C44F7F44}" type="presParOf" srcId="{C60F977A-B711-477E-9246-5C2BE5FE9589}" destId="{5CF90ABC-4FC8-42CD-A570-6DB64C6F134A}" srcOrd="1" destOrd="0" presId="urn:microsoft.com/office/officeart/2018/2/layout/IconCircleList"/>
    <dgm:cxn modelId="{8B65CC16-8FA8-451B-A2ED-C12B269EFB4A}" type="presParOf" srcId="{C60F977A-B711-477E-9246-5C2BE5FE9589}" destId="{48DBC99A-AB95-4803-A350-67CAF6AC53A7}" srcOrd="2" destOrd="0" presId="urn:microsoft.com/office/officeart/2018/2/layout/IconCircleList"/>
    <dgm:cxn modelId="{066213CA-2E3D-4FA6-BDAB-433F7ACA2DC4}" type="presParOf" srcId="{C60F977A-B711-477E-9246-5C2BE5FE9589}" destId="{5E5AF41A-ADA7-4BA3-BED5-C8433E591F56}" srcOrd="3" destOrd="0" presId="urn:microsoft.com/office/officeart/2018/2/layout/IconCircleList"/>
    <dgm:cxn modelId="{6A1E85DC-52D8-43B2-B816-830811B7461D}" type="presParOf" srcId="{4946DA45-7073-4A1F-921E-0F9232577E2E}" destId="{99130EDE-F5D4-45E4-8558-8836EE094E06}" srcOrd="7" destOrd="0" presId="urn:microsoft.com/office/officeart/2018/2/layout/IconCircleList"/>
    <dgm:cxn modelId="{48B05338-A84A-48CD-A27B-CB99869543D0}" type="presParOf" srcId="{4946DA45-7073-4A1F-921E-0F9232577E2E}" destId="{37736677-E3EA-4DC7-8260-602C1F10652C}" srcOrd="8" destOrd="0" presId="urn:microsoft.com/office/officeart/2018/2/layout/IconCircleList"/>
    <dgm:cxn modelId="{B81FCD34-D6C9-468B-B631-B099DB3EBE8B}" type="presParOf" srcId="{37736677-E3EA-4DC7-8260-602C1F10652C}" destId="{BE3FA907-B8CD-4018-9A32-8358B85610BF}" srcOrd="0" destOrd="0" presId="urn:microsoft.com/office/officeart/2018/2/layout/IconCircleList"/>
    <dgm:cxn modelId="{7DDD7C85-70B4-43FC-B5BB-EB82B6F474FE}" type="presParOf" srcId="{37736677-E3EA-4DC7-8260-602C1F10652C}" destId="{DEBA8BB4-3B4A-4FD7-AFFD-CC338C29619E}" srcOrd="1" destOrd="0" presId="urn:microsoft.com/office/officeart/2018/2/layout/IconCircleList"/>
    <dgm:cxn modelId="{8B485C9C-66FA-40FB-AE4B-E75B87B9F1BD}" type="presParOf" srcId="{37736677-E3EA-4DC7-8260-602C1F10652C}" destId="{8F03B3EC-E6FE-4E63-9D62-0AB66EE59EB7}" srcOrd="2" destOrd="0" presId="urn:microsoft.com/office/officeart/2018/2/layout/IconCircleList"/>
    <dgm:cxn modelId="{285C4B7A-E22C-400B-BCC9-950652B3DB5E}" type="presParOf" srcId="{37736677-E3EA-4DC7-8260-602C1F10652C}" destId="{B0A7F928-C32A-4383-920E-6846379D359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F964AE-35F0-4088-85D9-DEF466AF099F}" type="doc">
      <dgm:prSet loTypeId="urn:microsoft.com/office/officeart/2018/2/layout/IconCircle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19F36E2-FADE-43AB-A49C-03784B1DCF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Raw data cleanup and structuring.</a:t>
          </a:r>
        </a:p>
      </dgm:t>
    </dgm:pt>
    <dgm:pt modelId="{8871E7FE-1011-4104-88BC-70CA76E7A7EC}" type="parTrans" cxnId="{9249E1D7-D0C5-43BC-9013-BE5E320AE366}">
      <dgm:prSet/>
      <dgm:spPr/>
      <dgm:t>
        <a:bodyPr/>
        <a:lstStyle/>
        <a:p>
          <a:endParaRPr lang="en-US"/>
        </a:p>
      </dgm:t>
    </dgm:pt>
    <dgm:pt modelId="{C92E0E6A-BB8A-4FC9-8207-CA7A700D13EF}" type="sibTrans" cxnId="{9249E1D7-D0C5-43BC-9013-BE5E320AE36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E054E1C-3B43-47B5-9519-0653056EB8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Fact–dimension star-schema development.</a:t>
          </a:r>
        </a:p>
      </dgm:t>
    </dgm:pt>
    <dgm:pt modelId="{E0E3A729-9B4A-4CD6-8223-29F55D899E85}" type="parTrans" cxnId="{B9EC7D5A-325E-4955-AD13-4442175C335A}">
      <dgm:prSet/>
      <dgm:spPr/>
      <dgm:t>
        <a:bodyPr/>
        <a:lstStyle/>
        <a:p>
          <a:endParaRPr lang="en-US"/>
        </a:p>
      </dgm:t>
    </dgm:pt>
    <dgm:pt modelId="{9AF8E8B8-62C4-416A-8836-1B443F4D20B3}" type="sibTrans" cxnId="{B9EC7D5A-325E-4955-AD13-4442175C335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97AC845-3916-4481-9CEF-D9E93E2A5A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Creation of 6 analytical Power BI pages.</a:t>
          </a:r>
        </a:p>
      </dgm:t>
    </dgm:pt>
    <dgm:pt modelId="{C470C086-BF49-4AD4-B9D0-489BB7A70383}" type="parTrans" cxnId="{091AFB99-61D8-4322-BDC0-BFA1D5F5D53B}">
      <dgm:prSet/>
      <dgm:spPr/>
      <dgm:t>
        <a:bodyPr/>
        <a:lstStyle/>
        <a:p>
          <a:endParaRPr lang="en-US"/>
        </a:p>
      </dgm:t>
    </dgm:pt>
    <dgm:pt modelId="{35AC691E-D07D-4B80-BA79-5AB41AC459B1}" type="sibTrans" cxnId="{091AFB99-61D8-4322-BDC0-BFA1D5F5D53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11A1246-5BAD-426F-874C-CAF7B85FF0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KPI automation with advanced DAX.</a:t>
          </a:r>
        </a:p>
      </dgm:t>
    </dgm:pt>
    <dgm:pt modelId="{D2870861-BD38-4F19-A0F4-168C4617D411}" type="parTrans" cxnId="{4DEE1A21-1A48-4ECC-8480-77B9EF5CD5C2}">
      <dgm:prSet/>
      <dgm:spPr/>
      <dgm:t>
        <a:bodyPr/>
        <a:lstStyle/>
        <a:p>
          <a:endParaRPr lang="en-US"/>
        </a:p>
      </dgm:t>
    </dgm:pt>
    <dgm:pt modelId="{52F7D385-0B57-4A2A-8537-69E9CBF2D9B2}" type="sibTrans" cxnId="{4DEE1A21-1A48-4ECC-8480-77B9EF5CD5C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6A0DAB8-B1F3-4ABF-A8E1-23C26B3538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Forecasting &amp; What‑If scenario modeling.</a:t>
          </a:r>
        </a:p>
      </dgm:t>
    </dgm:pt>
    <dgm:pt modelId="{D97624D8-12C6-440D-BD95-5C21919BE331}" type="parTrans" cxnId="{14AE162D-8EE5-4D28-B641-5695A298CB46}">
      <dgm:prSet/>
      <dgm:spPr/>
      <dgm:t>
        <a:bodyPr/>
        <a:lstStyle/>
        <a:p>
          <a:endParaRPr lang="en-US"/>
        </a:p>
      </dgm:t>
    </dgm:pt>
    <dgm:pt modelId="{A92E1ABF-CB56-4196-92DD-25BAD5E709D1}" type="sibTrans" cxnId="{14AE162D-8EE5-4D28-B641-5695A298CB46}">
      <dgm:prSet/>
      <dgm:spPr/>
      <dgm:t>
        <a:bodyPr/>
        <a:lstStyle/>
        <a:p>
          <a:endParaRPr lang="en-US"/>
        </a:p>
      </dgm:t>
    </dgm:pt>
    <dgm:pt modelId="{C745D621-1B2E-4D26-BEFB-40F58622880A}" type="pres">
      <dgm:prSet presAssocID="{C2F964AE-35F0-4088-85D9-DEF466AF099F}" presName="root" presStyleCnt="0">
        <dgm:presLayoutVars>
          <dgm:dir/>
          <dgm:resizeHandles val="exact"/>
        </dgm:presLayoutVars>
      </dgm:prSet>
      <dgm:spPr/>
    </dgm:pt>
    <dgm:pt modelId="{287B6709-1087-4D2D-AE01-CB2D78FEBBE9}" type="pres">
      <dgm:prSet presAssocID="{C2F964AE-35F0-4088-85D9-DEF466AF099F}" presName="container" presStyleCnt="0">
        <dgm:presLayoutVars>
          <dgm:dir/>
          <dgm:resizeHandles val="exact"/>
        </dgm:presLayoutVars>
      </dgm:prSet>
      <dgm:spPr/>
    </dgm:pt>
    <dgm:pt modelId="{5C92DD99-E889-4DB6-8391-DBFE844040C0}" type="pres">
      <dgm:prSet presAssocID="{419F36E2-FADE-43AB-A49C-03784B1DCF51}" presName="compNode" presStyleCnt="0"/>
      <dgm:spPr/>
    </dgm:pt>
    <dgm:pt modelId="{DCB6953C-841B-4418-8299-AA8498F909B5}" type="pres">
      <dgm:prSet presAssocID="{419F36E2-FADE-43AB-A49C-03784B1DCF51}" presName="iconBgRect" presStyleLbl="bgShp" presStyleIdx="0" presStyleCnt="5"/>
      <dgm:spPr/>
    </dgm:pt>
    <dgm:pt modelId="{8C062D95-F815-4FDD-8923-B81165BFBEAA}" type="pres">
      <dgm:prSet presAssocID="{419F36E2-FADE-43AB-A49C-03784B1DCF5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68F5371-8051-47D1-A70D-19D48D86E23E}" type="pres">
      <dgm:prSet presAssocID="{419F36E2-FADE-43AB-A49C-03784B1DCF51}" presName="spaceRect" presStyleCnt="0"/>
      <dgm:spPr/>
    </dgm:pt>
    <dgm:pt modelId="{48F5BBBF-2EF7-4A42-8C6D-FEC109168911}" type="pres">
      <dgm:prSet presAssocID="{419F36E2-FADE-43AB-A49C-03784B1DCF51}" presName="textRect" presStyleLbl="revTx" presStyleIdx="0" presStyleCnt="5">
        <dgm:presLayoutVars>
          <dgm:chMax val="1"/>
          <dgm:chPref val="1"/>
        </dgm:presLayoutVars>
      </dgm:prSet>
      <dgm:spPr/>
    </dgm:pt>
    <dgm:pt modelId="{0123D953-DF9C-4DC0-87FE-4E9B7B5A1398}" type="pres">
      <dgm:prSet presAssocID="{C92E0E6A-BB8A-4FC9-8207-CA7A700D13EF}" presName="sibTrans" presStyleLbl="sibTrans2D1" presStyleIdx="0" presStyleCnt="0"/>
      <dgm:spPr/>
    </dgm:pt>
    <dgm:pt modelId="{DF9B3CF8-4967-4771-9A9F-3ACF5E59516D}" type="pres">
      <dgm:prSet presAssocID="{7E054E1C-3B43-47B5-9519-0653056EB83C}" presName="compNode" presStyleCnt="0"/>
      <dgm:spPr/>
    </dgm:pt>
    <dgm:pt modelId="{32FBCDDF-EE13-43C1-8603-8FC5F9D72523}" type="pres">
      <dgm:prSet presAssocID="{7E054E1C-3B43-47B5-9519-0653056EB83C}" presName="iconBgRect" presStyleLbl="bgShp" presStyleIdx="1" presStyleCnt="5"/>
      <dgm:spPr/>
    </dgm:pt>
    <dgm:pt modelId="{01D0F567-064B-48A6-AB66-1C63B9A54A42}" type="pres">
      <dgm:prSet presAssocID="{7E054E1C-3B43-47B5-9519-0653056EB83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A3A6D0EC-57C3-4434-90DB-9FC3FBBA52AB}" type="pres">
      <dgm:prSet presAssocID="{7E054E1C-3B43-47B5-9519-0653056EB83C}" presName="spaceRect" presStyleCnt="0"/>
      <dgm:spPr/>
    </dgm:pt>
    <dgm:pt modelId="{B3F8FD4D-8943-4215-A087-59731D4AB893}" type="pres">
      <dgm:prSet presAssocID="{7E054E1C-3B43-47B5-9519-0653056EB83C}" presName="textRect" presStyleLbl="revTx" presStyleIdx="1" presStyleCnt="5">
        <dgm:presLayoutVars>
          <dgm:chMax val="1"/>
          <dgm:chPref val="1"/>
        </dgm:presLayoutVars>
      </dgm:prSet>
      <dgm:spPr/>
    </dgm:pt>
    <dgm:pt modelId="{A13506A1-295D-48C3-9FF3-D010D3FFFABF}" type="pres">
      <dgm:prSet presAssocID="{9AF8E8B8-62C4-416A-8836-1B443F4D20B3}" presName="sibTrans" presStyleLbl="sibTrans2D1" presStyleIdx="0" presStyleCnt="0"/>
      <dgm:spPr/>
    </dgm:pt>
    <dgm:pt modelId="{5F59C5A9-FF55-4382-9BE4-D73248CA17F1}" type="pres">
      <dgm:prSet presAssocID="{397AC845-3916-4481-9CEF-D9E93E2A5A1C}" presName="compNode" presStyleCnt="0"/>
      <dgm:spPr/>
    </dgm:pt>
    <dgm:pt modelId="{9C0F301E-65ED-4341-8B2E-11E091473946}" type="pres">
      <dgm:prSet presAssocID="{397AC845-3916-4481-9CEF-D9E93E2A5A1C}" presName="iconBgRect" presStyleLbl="bgShp" presStyleIdx="2" presStyleCnt="5"/>
      <dgm:spPr/>
    </dgm:pt>
    <dgm:pt modelId="{5AA38C17-708A-4C89-9C9C-13E2F576354A}" type="pres">
      <dgm:prSet presAssocID="{397AC845-3916-4481-9CEF-D9E93E2A5A1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E70E67F-3EF5-4D16-9A2B-1D084F934A06}" type="pres">
      <dgm:prSet presAssocID="{397AC845-3916-4481-9CEF-D9E93E2A5A1C}" presName="spaceRect" presStyleCnt="0"/>
      <dgm:spPr/>
    </dgm:pt>
    <dgm:pt modelId="{77E76B34-795A-402D-A277-BA531FD581AC}" type="pres">
      <dgm:prSet presAssocID="{397AC845-3916-4481-9CEF-D9E93E2A5A1C}" presName="textRect" presStyleLbl="revTx" presStyleIdx="2" presStyleCnt="5">
        <dgm:presLayoutVars>
          <dgm:chMax val="1"/>
          <dgm:chPref val="1"/>
        </dgm:presLayoutVars>
      </dgm:prSet>
      <dgm:spPr/>
    </dgm:pt>
    <dgm:pt modelId="{18A38D35-5AB0-43F2-A76C-8D79793E9974}" type="pres">
      <dgm:prSet presAssocID="{35AC691E-D07D-4B80-BA79-5AB41AC459B1}" presName="sibTrans" presStyleLbl="sibTrans2D1" presStyleIdx="0" presStyleCnt="0"/>
      <dgm:spPr/>
    </dgm:pt>
    <dgm:pt modelId="{D07C6779-E6B7-47BC-8CB3-68E6C0E59266}" type="pres">
      <dgm:prSet presAssocID="{D11A1246-5BAD-426F-874C-CAF7B85FF099}" presName="compNode" presStyleCnt="0"/>
      <dgm:spPr/>
    </dgm:pt>
    <dgm:pt modelId="{66EE1735-B50E-45C9-9B57-E35512E99309}" type="pres">
      <dgm:prSet presAssocID="{D11A1246-5BAD-426F-874C-CAF7B85FF099}" presName="iconBgRect" presStyleLbl="bgShp" presStyleIdx="3" presStyleCnt="5"/>
      <dgm:spPr/>
    </dgm:pt>
    <dgm:pt modelId="{8E646BD4-EC38-4171-A8B5-B0FBF96687FA}" type="pres">
      <dgm:prSet presAssocID="{D11A1246-5BAD-426F-874C-CAF7B85FF09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A8856E5-F90B-4003-80DA-A5EAD24952D3}" type="pres">
      <dgm:prSet presAssocID="{D11A1246-5BAD-426F-874C-CAF7B85FF099}" presName="spaceRect" presStyleCnt="0"/>
      <dgm:spPr/>
    </dgm:pt>
    <dgm:pt modelId="{88AE10E2-CB3A-4143-88B4-D5491F090640}" type="pres">
      <dgm:prSet presAssocID="{D11A1246-5BAD-426F-874C-CAF7B85FF099}" presName="textRect" presStyleLbl="revTx" presStyleIdx="3" presStyleCnt="5">
        <dgm:presLayoutVars>
          <dgm:chMax val="1"/>
          <dgm:chPref val="1"/>
        </dgm:presLayoutVars>
      </dgm:prSet>
      <dgm:spPr/>
    </dgm:pt>
    <dgm:pt modelId="{2DD789C7-8A95-4C79-9421-4B729EA20670}" type="pres">
      <dgm:prSet presAssocID="{52F7D385-0B57-4A2A-8537-69E9CBF2D9B2}" presName="sibTrans" presStyleLbl="sibTrans2D1" presStyleIdx="0" presStyleCnt="0"/>
      <dgm:spPr/>
    </dgm:pt>
    <dgm:pt modelId="{D37DDB13-C5DA-4B85-A71D-4EB253FCB983}" type="pres">
      <dgm:prSet presAssocID="{26A0DAB8-B1F3-4ABF-A8E1-23C26B35387E}" presName="compNode" presStyleCnt="0"/>
      <dgm:spPr/>
    </dgm:pt>
    <dgm:pt modelId="{856AB810-2C0E-470C-BF95-52D05568B50E}" type="pres">
      <dgm:prSet presAssocID="{26A0DAB8-B1F3-4ABF-A8E1-23C26B35387E}" presName="iconBgRect" presStyleLbl="bgShp" presStyleIdx="4" presStyleCnt="5"/>
      <dgm:spPr/>
    </dgm:pt>
    <dgm:pt modelId="{1115DEC7-1F92-4A08-8866-69AEB240D508}" type="pres">
      <dgm:prSet presAssocID="{26A0DAB8-B1F3-4ABF-A8E1-23C26B35387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D15AB85-609B-44EA-A312-11D3095E95E9}" type="pres">
      <dgm:prSet presAssocID="{26A0DAB8-B1F3-4ABF-A8E1-23C26B35387E}" presName="spaceRect" presStyleCnt="0"/>
      <dgm:spPr/>
    </dgm:pt>
    <dgm:pt modelId="{657FC0CC-E461-486A-8300-641D54509A1C}" type="pres">
      <dgm:prSet presAssocID="{26A0DAB8-B1F3-4ABF-A8E1-23C26B35387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AA2B808-155E-4793-896C-57BF9A1BEC5E}" type="presOf" srcId="{419F36E2-FADE-43AB-A49C-03784B1DCF51}" destId="{48F5BBBF-2EF7-4A42-8C6D-FEC109168911}" srcOrd="0" destOrd="0" presId="urn:microsoft.com/office/officeart/2018/2/layout/IconCircleList"/>
    <dgm:cxn modelId="{4DEE1A21-1A48-4ECC-8480-77B9EF5CD5C2}" srcId="{C2F964AE-35F0-4088-85D9-DEF466AF099F}" destId="{D11A1246-5BAD-426F-874C-CAF7B85FF099}" srcOrd="3" destOrd="0" parTransId="{D2870861-BD38-4F19-A0F4-168C4617D411}" sibTransId="{52F7D385-0B57-4A2A-8537-69E9CBF2D9B2}"/>
    <dgm:cxn modelId="{14AE162D-8EE5-4D28-B641-5695A298CB46}" srcId="{C2F964AE-35F0-4088-85D9-DEF466AF099F}" destId="{26A0DAB8-B1F3-4ABF-A8E1-23C26B35387E}" srcOrd="4" destOrd="0" parTransId="{D97624D8-12C6-440D-BD95-5C21919BE331}" sibTransId="{A92E1ABF-CB56-4196-92DD-25BAD5E709D1}"/>
    <dgm:cxn modelId="{49C84F35-2A3E-47E8-80C6-5FFD877037DF}" type="presOf" srcId="{9AF8E8B8-62C4-416A-8836-1B443F4D20B3}" destId="{A13506A1-295D-48C3-9FF3-D010D3FFFABF}" srcOrd="0" destOrd="0" presId="urn:microsoft.com/office/officeart/2018/2/layout/IconCircleList"/>
    <dgm:cxn modelId="{BB5CFE3E-D3B5-411B-A65F-224A30F78B67}" type="presOf" srcId="{397AC845-3916-4481-9CEF-D9E93E2A5A1C}" destId="{77E76B34-795A-402D-A277-BA531FD581AC}" srcOrd="0" destOrd="0" presId="urn:microsoft.com/office/officeart/2018/2/layout/IconCircleList"/>
    <dgm:cxn modelId="{C19DDE49-1942-446B-A07D-886A707AA3ED}" type="presOf" srcId="{26A0DAB8-B1F3-4ABF-A8E1-23C26B35387E}" destId="{657FC0CC-E461-486A-8300-641D54509A1C}" srcOrd="0" destOrd="0" presId="urn:microsoft.com/office/officeart/2018/2/layout/IconCircleList"/>
    <dgm:cxn modelId="{252BFE79-D265-475B-955F-228E9E1AB7B3}" type="presOf" srcId="{35AC691E-D07D-4B80-BA79-5AB41AC459B1}" destId="{18A38D35-5AB0-43F2-A76C-8D79793E9974}" srcOrd="0" destOrd="0" presId="urn:microsoft.com/office/officeart/2018/2/layout/IconCircleList"/>
    <dgm:cxn modelId="{B9EC7D5A-325E-4955-AD13-4442175C335A}" srcId="{C2F964AE-35F0-4088-85D9-DEF466AF099F}" destId="{7E054E1C-3B43-47B5-9519-0653056EB83C}" srcOrd="1" destOrd="0" parTransId="{E0E3A729-9B4A-4CD6-8223-29F55D899E85}" sibTransId="{9AF8E8B8-62C4-416A-8836-1B443F4D20B3}"/>
    <dgm:cxn modelId="{E43BD77C-4FC4-4D18-A166-6F86C4A372FE}" type="presOf" srcId="{52F7D385-0B57-4A2A-8537-69E9CBF2D9B2}" destId="{2DD789C7-8A95-4C79-9421-4B729EA20670}" srcOrd="0" destOrd="0" presId="urn:microsoft.com/office/officeart/2018/2/layout/IconCircleList"/>
    <dgm:cxn modelId="{C5FE0D7F-A72C-468C-AABF-E5FFEE4B264D}" type="presOf" srcId="{C2F964AE-35F0-4088-85D9-DEF466AF099F}" destId="{C745D621-1B2E-4D26-BEFB-40F58622880A}" srcOrd="0" destOrd="0" presId="urn:microsoft.com/office/officeart/2018/2/layout/IconCircleList"/>
    <dgm:cxn modelId="{091AFB99-61D8-4322-BDC0-BFA1D5F5D53B}" srcId="{C2F964AE-35F0-4088-85D9-DEF466AF099F}" destId="{397AC845-3916-4481-9CEF-D9E93E2A5A1C}" srcOrd="2" destOrd="0" parTransId="{C470C086-BF49-4AD4-B9D0-489BB7A70383}" sibTransId="{35AC691E-D07D-4B80-BA79-5AB41AC459B1}"/>
    <dgm:cxn modelId="{78975BA0-FFDA-43EE-B87F-63EF4BEBD257}" type="presOf" srcId="{C92E0E6A-BB8A-4FC9-8207-CA7A700D13EF}" destId="{0123D953-DF9C-4DC0-87FE-4E9B7B5A1398}" srcOrd="0" destOrd="0" presId="urn:microsoft.com/office/officeart/2018/2/layout/IconCircleList"/>
    <dgm:cxn modelId="{05E85CD7-0631-4186-9B3E-7FBF4AECB57B}" type="presOf" srcId="{D11A1246-5BAD-426F-874C-CAF7B85FF099}" destId="{88AE10E2-CB3A-4143-88B4-D5491F090640}" srcOrd="0" destOrd="0" presId="urn:microsoft.com/office/officeart/2018/2/layout/IconCircleList"/>
    <dgm:cxn modelId="{9249E1D7-D0C5-43BC-9013-BE5E320AE366}" srcId="{C2F964AE-35F0-4088-85D9-DEF466AF099F}" destId="{419F36E2-FADE-43AB-A49C-03784B1DCF51}" srcOrd="0" destOrd="0" parTransId="{8871E7FE-1011-4104-88BC-70CA76E7A7EC}" sibTransId="{C92E0E6A-BB8A-4FC9-8207-CA7A700D13EF}"/>
    <dgm:cxn modelId="{7E3D70D8-72BA-4ED9-A034-0B9DDB998D58}" type="presOf" srcId="{7E054E1C-3B43-47B5-9519-0653056EB83C}" destId="{B3F8FD4D-8943-4215-A087-59731D4AB893}" srcOrd="0" destOrd="0" presId="urn:microsoft.com/office/officeart/2018/2/layout/IconCircleList"/>
    <dgm:cxn modelId="{93599DF9-5429-41D8-94F2-946A77B934DE}" type="presParOf" srcId="{C745D621-1B2E-4D26-BEFB-40F58622880A}" destId="{287B6709-1087-4D2D-AE01-CB2D78FEBBE9}" srcOrd="0" destOrd="0" presId="urn:microsoft.com/office/officeart/2018/2/layout/IconCircleList"/>
    <dgm:cxn modelId="{A77DF5C8-10BA-4A0A-BFC3-CE0BCF2999E7}" type="presParOf" srcId="{287B6709-1087-4D2D-AE01-CB2D78FEBBE9}" destId="{5C92DD99-E889-4DB6-8391-DBFE844040C0}" srcOrd="0" destOrd="0" presId="urn:microsoft.com/office/officeart/2018/2/layout/IconCircleList"/>
    <dgm:cxn modelId="{09C2D4CA-DE90-4A4B-B61C-BAA84E0413FA}" type="presParOf" srcId="{5C92DD99-E889-4DB6-8391-DBFE844040C0}" destId="{DCB6953C-841B-4418-8299-AA8498F909B5}" srcOrd="0" destOrd="0" presId="urn:microsoft.com/office/officeart/2018/2/layout/IconCircleList"/>
    <dgm:cxn modelId="{DF39DAB4-706C-4D3D-AA90-5705B3241823}" type="presParOf" srcId="{5C92DD99-E889-4DB6-8391-DBFE844040C0}" destId="{8C062D95-F815-4FDD-8923-B81165BFBEAA}" srcOrd="1" destOrd="0" presId="urn:microsoft.com/office/officeart/2018/2/layout/IconCircleList"/>
    <dgm:cxn modelId="{5B53A745-06FF-4647-8F15-7DFA3BA09AA4}" type="presParOf" srcId="{5C92DD99-E889-4DB6-8391-DBFE844040C0}" destId="{768F5371-8051-47D1-A70D-19D48D86E23E}" srcOrd="2" destOrd="0" presId="urn:microsoft.com/office/officeart/2018/2/layout/IconCircleList"/>
    <dgm:cxn modelId="{97057968-A056-44ED-BBA7-601FD14B4066}" type="presParOf" srcId="{5C92DD99-E889-4DB6-8391-DBFE844040C0}" destId="{48F5BBBF-2EF7-4A42-8C6D-FEC109168911}" srcOrd="3" destOrd="0" presId="urn:microsoft.com/office/officeart/2018/2/layout/IconCircleList"/>
    <dgm:cxn modelId="{5D5CBD6B-72CD-4161-BB91-9DED9E1E745A}" type="presParOf" srcId="{287B6709-1087-4D2D-AE01-CB2D78FEBBE9}" destId="{0123D953-DF9C-4DC0-87FE-4E9B7B5A1398}" srcOrd="1" destOrd="0" presId="urn:microsoft.com/office/officeart/2018/2/layout/IconCircleList"/>
    <dgm:cxn modelId="{7FF098EE-93D9-4599-B70D-E83BE6B0F109}" type="presParOf" srcId="{287B6709-1087-4D2D-AE01-CB2D78FEBBE9}" destId="{DF9B3CF8-4967-4771-9A9F-3ACF5E59516D}" srcOrd="2" destOrd="0" presId="urn:microsoft.com/office/officeart/2018/2/layout/IconCircleList"/>
    <dgm:cxn modelId="{8D755BAC-5836-4118-8EDC-5F2579FFC581}" type="presParOf" srcId="{DF9B3CF8-4967-4771-9A9F-3ACF5E59516D}" destId="{32FBCDDF-EE13-43C1-8603-8FC5F9D72523}" srcOrd="0" destOrd="0" presId="urn:microsoft.com/office/officeart/2018/2/layout/IconCircleList"/>
    <dgm:cxn modelId="{23897A57-E450-4F89-A2BF-400FFEB2A0FE}" type="presParOf" srcId="{DF9B3CF8-4967-4771-9A9F-3ACF5E59516D}" destId="{01D0F567-064B-48A6-AB66-1C63B9A54A42}" srcOrd="1" destOrd="0" presId="urn:microsoft.com/office/officeart/2018/2/layout/IconCircleList"/>
    <dgm:cxn modelId="{403DCCB1-9EBA-4126-BE74-CACB576630E6}" type="presParOf" srcId="{DF9B3CF8-4967-4771-9A9F-3ACF5E59516D}" destId="{A3A6D0EC-57C3-4434-90DB-9FC3FBBA52AB}" srcOrd="2" destOrd="0" presId="urn:microsoft.com/office/officeart/2018/2/layout/IconCircleList"/>
    <dgm:cxn modelId="{397EE193-4202-474B-A0EA-32B1345BA6D8}" type="presParOf" srcId="{DF9B3CF8-4967-4771-9A9F-3ACF5E59516D}" destId="{B3F8FD4D-8943-4215-A087-59731D4AB893}" srcOrd="3" destOrd="0" presId="urn:microsoft.com/office/officeart/2018/2/layout/IconCircleList"/>
    <dgm:cxn modelId="{5E1C1C05-B50B-4A12-8111-04E468229675}" type="presParOf" srcId="{287B6709-1087-4D2D-AE01-CB2D78FEBBE9}" destId="{A13506A1-295D-48C3-9FF3-D010D3FFFABF}" srcOrd="3" destOrd="0" presId="urn:microsoft.com/office/officeart/2018/2/layout/IconCircleList"/>
    <dgm:cxn modelId="{61DF7197-8118-44E5-BA95-7F8DFD98A228}" type="presParOf" srcId="{287B6709-1087-4D2D-AE01-CB2D78FEBBE9}" destId="{5F59C5A9-FF55-4382-9BE4-D73248CA17F1}" srcOrd="4" destOrd="0" presId="urn:microsoft.com/office/officeart/2018/2/layout/IconCircleList"/>
    <dgm:cxn modelId="{4C81802D-4704-41D1-A79B-627100FFA9C8}" type="presParOf" srcId="{5F59C5A9-FF55-4382-9BE4-D73248CA17F1}" destId="{9C0F301E-65ED-4341-8B2E-11E091473946}" srcOrd="0" destOrd="0" presId="urn:microsoft.com/office/officeart/2018/2/layout/IconCircleList"/>
    <dgm:cxn modelId="{C67847FA-DEDF-4503-B7EA-145366777EAA}" type="presParOf" srcId="{5F59C5A9-FF55-4382-9BE4-D73248CA17F1}" destId="{5AA38C17-708A-4C89-9C9C-13E2F576354A}" srcOrd="1" destOrd="0" presId="urn:microsoft.com/office/officeart/2018/2/layout/IconCircleList"/>
    <dgm:cxn modelId="{B10059A3-63CE-49C2-83AF-C6B54E15D3AF}" type="presParOf" srcId="{5F59C5A9-FF55-4382-9BE4-D73248CA17F1}" destId="{3E70E67F-3EF5-4D16-9A2B-1D084F934A06}" srcOrd="2" destOrd="0" presId="urn:microsoft.com/office/officeart/2018/2/layout/IconCircleList"/>
    <dgm:cxn modelId="{F93288AE-A4F5-413A-83AB-FF0229448441}" type="presParOf" srcId="{5F59C5A9-FF55-4382-9BE4-D73248CA17F1}" destId="{77E76B34-795A-402D-A277-BA531FD581AC}" srcOrd="3" destOrd="0" presId="urn:microsoft.com/office/officeart/2018/2/layout/IconCircleList"/>
    <dgm:cxn modelId="{90F9FEC8-A549-4BAF-A78D-CD13E4AC6DDD}" type="presParOf" srcId="{287B6709-1087-4D2D-AE01-CB2D78FEBBE9}" destId="{18A38D35-5AB0-43F2-A76C-8D79793E9974}" srcOrd="5" destOrd="0" presId="urn:microsoft.com/office/officeart/2018/2/layout/IconCircleList"/>
    <dgm:cxn modelId="{30DC0B61-6A09-4BEF-A761-B018F1A979D9}" type="presParOf" srcId="{287B6709-1087-4D2D-AE01-CB2D78FEBBE9}" destId="{D07C6779-E6B7-47BC-8CB3-68E6C0E59266}" srcOrd="6" destOrd="0" presId="urn:microsoft.com/office/officeart/2018/2/layout/IconCircleList"/>
    <dgm:cxn modelId="{41198F83-2DB9-45F8-934E-D47817B7D07F}" type="presParOf" srcId="{D07C6779-E6B7-47BC-8CB3-68E6C0E59266}" destId="{66EE1735-B50E-45C9-9B57-E35512E99309}" srcOrd="0" destOrd="0" presId="urn:microsoft.com/office/officeart/2018/2/layout/IconCircleList"/>
    <dgm:cxn modelId="{3EB978FD-E92C-4B75-97C7-6C6B5AC93CF4}" type="presParOf" srcId="{D07C6779-E6B7-47BC-8CB3-68E6C0E59266}" destId="{8E646BD4-EC38-4171-A8B5-B0FBF96687FA}" srcOrd="1" destOrd="0" presId="urn:microsoft.com/office/officeart/2018/2/layout/IconCircleList"/>
    <dgm:cxn modelId="{2E7DF308-9AF4-4827-8763-CAF9AA23491F}" type="presParOf" srcId="{D07C6779-E6B7-47BC-8CB3-68E6C0E59266}" destId="{5A8856E5-F90B-4003-80DA-A5EAD24952D3}" srcOrd="2" destOrd="0" presId="urn:microsoft.com/office/officeart/2018/2/layout/IconCircleList"/>
    <dgm:cxn modelId="{2BD234F5-A2B2-41A7-8329-45A5F8F92B29}" type="presParOf" srcId="{D07C6779-E6B7-47BC-8CB3-68E6C0E59266}" destId="{88AE10E2-CB3A-4143-88B4-D5491F090640}" srcOrd="3" destOrd="0" presId="urn:microsoft.com/office/officeart/2018/2/layout/IconCircleList"/>
    <dgm:cxn modelId="{348A23A3-2635-4C48-BC70-71C25D5A1C9A}" type="presParOf" srcId="{287B6709-1087-4D2D-AE01-CB2D78FEBBE9}" destId="{2DD789C7-8A95-4C79-9421-4B729EA20670}" srcOrd="7" destOrd="0" presId="urn:microsoft.com/office/officeart/2018/2/layout/IconCircleList"/>
    <dgm:cxn modelId="{2E73233D-E837-4A96-96BC-63B5B19DE2E4}" type="presParOf" srcId="{287B6709-1087-4D2D-AE01-CB2D78FEBBE9}" destId="{D37DDB13-C5DA-4B85-A71D-4EB253FCB983}" srcOrd="8" destOrd="0" presId="urn:microsoft.com/office/officeart/2018/2/layout/IconCircleList"/>
    <dgm:cxn modelId="{C166CFDD-0A48-460D-B7AD-57503703EBC1}" type="presParOf" srcId="{D37DDB13-C5DA-4B85-A71D-4EB253FCB983}" destId="{856AB810-2C0E-470C-BF95-52D05568B50E}" srcOrd="0" destOrd="0" presId="urn:microsoft.com/office/officeart/2018/2/layout/IconCircleList"/>
    <dgm:cxn modelId="{BFC33C6E-8BF0-444E-8DBE-D60F46BF98D7}" type="presParOf" srcId="{D37DDB13-C5DA-4B85-A71D-4EB253FCB983}" destId="{1115DEC7-1F92-4A08-8866-69AEB240D508}" srcOrd="1" destOrd="0" presId="urn:microsoft.com/office/officeart/2018/2/layout/IconCircleList"/>
    <dgm:cxn modelId="{1A0942D6-3B7F-4E4C-AC18-FA8A4D731851}" type="presParOf" srcId="{D37DDB13-C5DA-4B85-A71D-4EB253FCB983}" destId="{FD15AB85-609B-44EA-A312-11D3095E95E9}" srcOrd="2" destOrd="0" presId="urn:microsoft.com/office/officeart/2018/2/layout/IconCircleList"/>
    <dgm:cxn modelId="{47C074B2-E3BF-4D26-BCA2-0F2F044702CE}" type="presParOf" srcId="{D37DDB13-C5DA-4B85-A71D-4EB253FCB983}" destId="{657FC0CC-E461-486A-8300-641D54509A1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42F6AE3-A636-43DC-8976-7DA8E354557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2A8C21-E9A3-4C5A-94F2-03FD8ED260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Standardized formats including date/time adjustments and categorical encoding for route and station names.</a:t>
          </a:r>
        </a:p>
      </dgm:t>
    </dgm:pt>
    <dgm:pt modelId="{7A56AD56-9FDC-4966-8506-6FD9C1C51B71}" type="parTrans" cxnId="{86092C18-FF7A-4F10-BCEB-FD5B517483F7}">
      <dgm:prSet/>
      <dgm:spPr/>
      <dgm:t>
        <a:bodyPr/>
        <a:lstStyle/>
        <a:p>
          <a:endParaRPr lang="en-US"/>
        </a:p>
      </dgm:t>
    </dgm:pt>
    <dgm:pt modelId="{6136A55E-CA17-4F4A-BA1F-505C0AC27B28}" type="sibTrans" cxnId="{86092C18-FF7A-4F10-BCEB-FD5B517483F7}">
      <dgm:prSet/>
      <dgm:spPr/>
      <dgm:t>
        <a:bodyPr/>
        <a:lstStyle/>
        <a:p>
          <a:endParaRPr lang="en-US"/>
        </a:p>
      </dgm:t>
    </dgm:pt>
    <dgm:pt modelId="{4653EE2A-6189-4042-8B18-93D8920420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Fact tables: Journeys, Refunds, Delay Reasons</a:t>
          </a:r>
        </a:p>
      </dgm:t>
    </dgm:pt>
    <dgm:pt modelId="{CA6BD55F-0E9E-41B9-A4C8-3C654AD2459E}" type="parTrans" cxnId="{AE6CC90D-7CDE-4B0F-AE67-781A03F52A29}">
      <dgm:prSet/>
      <dgm:spPr/>
      <dgm:t>
        <a:bodyPr/>
        <a:lstStyle/>
        <a:p>
          <a:endParaRPr lang="en-US"/>
        </a:p>
      </dgm:t>
    </dgm:pt>
    <dgm:pt modelId="{4D67B9E0-455D-437A-A489-E3592B47F567}" type="sibTrans" cxnId="{AE6CC90D-7CDE-4B0F-AE67-781A03F52A29}">
      <dgm:prSet/>
      <dgm:spPr/>
      <dgm:t>
        <a:bodyPr/>
        <a:lstStyle/>
        <a:p>
          <a:endParaRPr lang="en-US"/>
        </a:p>
      </dgm:t>
    </dgm:pt>
    <dgm:pt modelId="{46AC8891-F403-4549-83FA-4D84006DD0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Dimensions: Calendar, Ticket Type, Railcard, Payment, Station</a:t>
          </a:r>
        </a:p>
      </dgm:t>
    </dgm:pt>
    <dgm:pt modelId="{E1C2C648-47ED-4D9E-8D9A-7E18C0C57080}" type="parTrans" cxnId="{8008FE83-4902-4BBD-84A2-F39A34F884FC}">
      <dgm:prSet/>
      <dgm:spPr/>
      <dgm:t>
        <a:bodyPr/>
        <a:lstStyle/>
        <a:p>
          <a:endParaRPr lang="en-US"/>
        </a:p>
      </dgm:t>
    </dgm:pt>
    <dgm:pt modelId="{F6223C56-08A5-41DE-A22F-F54861065849}" type="sibTrans" cxnId="{8008FE83-4902-4BBD-84A2-F39A34F884FC}">
      <dgm:prSet/>
      <dgm:spPr/>
      <dgm:t>
        <a:bodyPr/>
        <a:lstStyle/>
        <a:p>
          <a:endParaRPr lang="en-US"/>
        </a:p>
      </dgm:t>
    </dgm:pt>
    <dgm:pt modelId="{01A3B5D1-D7D1-49E5-97D2-2E7F405C49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KPI Layer: OTP %, Delay Rate, Refund %, Lead Time</a:t>
          </a:r>
        </a:p>
      </dgm:t>
    </dgm:pt>
    <dgm:pt modelId="{B4FB2E93-A018-4FF7-8439-AEE1BB0427DC}" type="parTrans" cxnId="{01FAF164-127E-4C88-A2E0-56A9A899F2B3}">
      <dgm:prSet/>
      <dgm:spPr/>
      <dgm:t>
        <a:bodyPr/>
        <a:lstStyle/>
        <a:p>
          <a:endParaRPr lang="en-US"/>
        </a:p>
      </dgm:t>
    </dgm:pt>
    <dgm:pt modelId="{A6DA2B96-8D17-4AF5-9452-D0F32C199A52}" type="sibTrans" cxnId="{01FAF164-127E-4C88-A2E0-56A9A899F2B3}">
      <dgm:prSet/>
      <dgm:spPr/>
      <dgm:t>
        <a:bodyPr/>
        <a:lstStyle/>
        <a:p>
          <a:endParaRPr lang="en-US"/>
        </a:p>
      </dgm:t>
    </dgm:pt>
    <dgm:pt modelId="{B7D923DF-134F-43C7-B0CB-AA7B02A965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Dynamic KPIs using field parameters</a:t>
          </a:r>
        </a:p>
      </dgm:t>
    </dgm:pt>
    <dgm:pt modelId="{D577BA68-C2AD-45AC-8C71-1A584E3D8633}" type="parTrans" cxnId="{4B57874B-9C6D-4C36-B9BF-9D032CAC29C9}">
      <dgm:prSet/>
      <dgm:spPr/>
      <dgm:t>
        <a:bodyPr/>
        <a:lstStyle/>
        <a:p>
          <a:endParaRPr lang="en-US"/>
        </a:p>
      </dgm:t>
    </dgm:pt>
    <dgm:pt modelId="{5D08424E-90B4-40E3-910C-6A9D71AAD7CD}" type="sibTrans" cxnId="{4B57874B-9C6D-4C36-B9BF-9D032CAC29C9}">
      <dgm:prSet/>
      <dgm:spPr/>
      <dgm:t>
        <a:bodyPr/>
        <a:lstStyle/>
        <a:p>
          <a:endParaRPr lang="en-US"/>
        </a:p>
      </dgm:t>
    </dgm:pt>
    <dgm:pt modelId="{E5E89EA6-90B0-44ED-9657-2E6D46D81D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Forecasting using built‑in analytics models</a:t>
          </a:r>
        </a:p>
      </dgm:t>
    </dgm:pt>
    <dgm:pt modelId="{E023C2EB-0611-49EC-BD57-CEDAED18E4F9}" type="parTrans" cxnId="{983C64E0-1F50-41AE-BA00-6F33E49E33C9}">
      <dgm:prSet/>
      <dgm:spPr/>
      <dgm:t>
        <a:bodyPr/>
        <a:lstStyle/>
        <a:p>
          <a:endParaRPr lang="en-US"/>
        </a:p>
      </dgm:t>
    </dgm:pt>
    <dgm:pt modelId="{AEF738F5-9E67-4B43-B276-8E9B3E718273}" type="sibTrans" cxnId="{983C64E0-1F50-41AE-BA00-6F33E49E33C9}">
      <dgm:prSet/>
      <dgm:spPr/>
      <dgm:t>
        <a:bodyPr/>
        <a:lstStyle/>
        <a:p>
          <a:endParaRPr lang="en-US"/>
        </a:p>
      </dgm:t>
    </dgm:pt>
    <dgm:pt modelId="{561E4F59-FAD6-499A-84FD-6BE96CB211B6}" type="pres">
      <dgm:prSet presAssocID="{C42F6AE3-A636-43DC-8976-7DA8E354557C}" presName="root" presStyleCnt="0">
        <dgm:presLayoutVars>
          <dgm:dir/>
          <dgm:resizeHandles val="exact"/>
        </dgm:presLayoutVars>
      </dgm:prSet>
      <dgm:spPr/>
    </dgm:pt>
    <dgm:pt modelId="{C15C7C79-DDB8-4037-862E-822CB14FB0BF}" type="pres">
      <dgm:prSet presAssocID="{672A8C21-E9A3-4C5A-94F2-03FD8ED260C7}" presName="compNode" presStyleCnt="0"/>
      <dgm:spPr/>
    </dgm:pt>
    <dgm:pt modelId="{1C3E10DD-1BC4-4E2F-9C15-C60B3856B835}" type="pres">
      <dgm:prSet presAssocID="{672A8C21-E9A3-4C5A-94F2-03FD8ED260C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751FD50-0956-4BD1-A1A2-DDCD7D01287B}" type="pres">
      <dgm:prSet presAssocID="{672A8C21-E9A3-4C5A-94F2-03FD8ED260C7}" presName="spaceRect" presStyleCnt="0"/>
      <dgm:spPr/>
    </dgm:pt>
    <dgm:pt modelId="{59E7FEA8-C254-4E8B-BD0F-63D8A72000DD}" type="pres">
      <dgm:prSet presAssocID="{672A8C21-E9A3-4C5A-94F2-03FD8ED260C7}" presName="textRect" presStyleLbl="revTx" presStyleIdx="0" presStyleCnt="6" custLinFactNeighborX="6667" custLinFactNeighborY="-19539">
        <dgm:presLayoutVars>
          <dgm:chMax val="1"/>
          <dgm:chPref val="1"/>
        </dgm:presLayoutVars>
      </dgm:prSet>
      <dgm:spPr/>
    </dgm:pt>
    <dgm:pt modelId="{7EF97F20-308E-4C77-8A3C-FC58D960C45F}" type="pres">
      <dgm:prSet presAssocID="{6136A55E-CA17-4F4A-BA1F-505C0AC27B28}" presName="sibTrans" presStyleCnt="0"/>
      <dgm:spPr/>
    </dgm:pt>
    <dgm:pt modelId="{D7F3CC74-4BE0-4E6C-8C94-7D11F6B6EF9E}" type="pres">
      <dgm:prSet presAssocID="{4653EE2A-6189-4042-8B18-93D8920420E3}" presName="compNode" presStyleCnt="0"/>
      <dgm:spPr/>
    </dgm:pt>
    <dgm:pt modelId="{16B3EC81-D07F-46EE-920A-3D5C792F38AE}" type="pres">
      <dgm:prSet presAssocID="{4653EE2A-6189-4042-8B18-93D8920420E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basket"/>
        </a:ext>
      </dgm:extLst>
    </dgm:pt>
    <dgm:pt modelId="{716E1EFA-744A-42C0-8E0F-46F12A67C2B7}" type="pres">
      <dgm:prSet presAssocID="{4653EE2A-6189-4042-8B18-93D8920420E3}" presName="spaceRect" presStyleCnt="0"/>
      <dgm:spPr/>
    </dgm:pt>
    <dgm:pt modelId="{39E95049-FCFC-4D29-8C0C-F8E5FE01A7A5}" type="pres">
      <dgm:prSet presAssocID="{4653EE2A-6189-4042-8B18-93D8920420E3}" presName="textRect" presStyleLbl="revTx" presStyleIdx="1" presStyleCnt="6">
        <dgm:presLayoutVars>
          <dgm:chMax val="1"/>
          <dgm:chPref val="1"/>
        </dgm:presLayoutVars>
      </dgm:prSet>
      <dgm:spPr/>
    </dgm:pt>
    <dgm:pt modelId="{EE9C10E3-E49D-4860-94D0-9E32B5F3F921}" type="pres">
      <dgm:prSet presAssocID="{4D67B9E0-455D-437A-A489-E3592B47F567}" presName="sibTrans" presStyleCnt="0"/>
      <dgm:spPr/>
    </dgm:pt>
    <dgm:pt modelId="{D6AE498B-634C-45B1-8A57-4643CEDC34D3}" type="pres">
      <dgm:prSet presAssocID="{46AC8891-F403-4549-83FA-4D84006DD050}" presName="compNode" presStyleCnt="0"/>
      <dgm:spPr/>
    </dgm:pt>
    <dgm:pt modelId="{D510F8B4-F667-481A-A60A-D5A74439BD74}" type="pres">
      <dgm:prSet presAssocID="{46AC8891-F403-4549-83FA-4D84006DD050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9E6AD3F8-B434-421E-8D05-B3A8A27755D3}" type="pres">
      <dgm:prSet presAssocID="{46AC8891-F403-4549-83FA-4D84006DD050}" presName="spaceRect" presStyleCnt="0"/>
      <dgm:spPr/>
    </dgm:pt>
    <dgm:pt modelId="{F3198A90-1D4B-4790-BC62-12A1495EF4C2}" type="pres">
      <dgm:prSet presAssocID="{46AC8891-F403-4549-83FA-4D84006DD050}" presName="textRect" presStyleLbl="revTx" presStyleIdx="2" presStyleCnt="6">
        <dgm:presLayoutVars>
          <dgm:chMax val="1"/>
          <dgm:chPref val="1"/>
        </dgm:presLayoutVars>
      </dgm:prSet>
      <dgm:spPr/>
    </dgm:pt>
    <dgm:pt modelId="{6DB3CBA5-C314-420F-AE27-667DB0BBEF6F}" type="pres">
      <dgm:prSet presAssocID="{F6223C56-08A5-41DE-A22F-F54861065849}" presName="sibTrans" presStyleCnt="0"/>
      <dgm:spPr/>
    </dgm:pt>
    <dgm:pt modelId="{56C0F0FF-270E-4EEC-A41E-D3F7F34ED739}" type="pres">
      <dgm:prSet presAssocID="{01A3B5D1-D7D1-49E5-97D2-2E7F405C49DC}" presName="compNode" presStyleCnt="0"/>
      <dgm:spPr/>
    </dgm:pt>
    <dgm:pt modelId="{EA17F9AA-577F-4AF0-A054-5F1B730E52AA}" type="pres">
      <dgm:prSet presAssocID="{01A3B5D1-D7D1-49E5-97D2-2E7F405C49D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C5DBE81F-4A0A-4A08-8052-D5C68CB965AA}" type="pres">
      <dgm:prSet presAssocID="{01A3B5D1-D7D1-49E5-97D2-2E7F405C49DC}" presName="spaceRect" presStyleCnt="0"/>
      <dgm:spPr/>
    </dgm:pt>
    <dgm:pt modelId="{9F87676A-1D76-42D4-9CA4-C267BC625086}" type="pres">
      <dgm:prSet presAssocID="{01A3B5D1-D7D1-49E5-97D2-2E7F405C49DC}" presName="textRect" presStyleLbl="revTx" presStyleIdx="3" presStyleCnt="6">
        <dgm:presLayoutVars>
          <dgm:chMax val="1"/>
          <dgm:chPref val="1"/>
        </dgm:presLayoutVars>
      </dgm:prSet>
      <dgm:spPr/>
    </dgm:pt>
    <dgm:pt modelId="{8614E336-26C4-4CF0-B55B-43861F4A2DDC}" type="pres">
      <dgm:prSet presAssocID="{A6DA2B96-8D17-4AF5-9452-D0F32C199A52}" presName="sibTrans" presStyleCnt="0"/>
      <dgm:spPr/>
    </dgm:pt>
    <dgm:pt modelId="{A1BFF9E9-D8D5-417F-83DA-24E26554DCAA}" type="pres">
      <dgm:prSet presAssocID="{B7D923DF-134F-43C7-B0CB-AA7B02A965A3}" presName="compNode" presStyleCnt="0"/>
      <dgm:spPr/>
    </dgm:pt>
    <dgm:pt modelId="{786B2141-86FF-4967-92EB-64B0411D13D0}" type="pres">
      <dgm:prSet presAssocID="{B7D923DF-134F-43C7-B0CB-AA7B02A965A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F82605F-1E28-46A6-AC3F-4D986E23796C}" type="pres">
      <dgm:prSet presAssocID="{B7D923DF-134F-43C7-B0CB-AA7B02A965A3}" presName="spaceRect" presStyleCnt="0"/>
      <dgm:spPr/>
    </dgm:pt>
    <dgm:pt modelId="{BB7FD259-D98A-4371-978D-E2D735443CA1}" type="pres">
      <dgm:prSet presAssocID="{B7D923DF-134F-43C7-B0CB-AA7B02A965A3}" presName="textRect" presStyleLbl="revTx" presStyleIdx="4" presStyleCnt="6">
        <dgm:presLayoutVars>
          <dgm:chMax val="1"/>
          <dgm:chPref val="1"/>
        </dgm:presLayoutVars>
      </dgm:prSet>
      <dgm:spPr/>
    </dgm:pt>
    <dgm:pt modelId="{A422CB36-2AD5-4C99-BA39-E0AEC39F58D2}" type="pres">
      <dgm:prSet presAssocID="{5D08424E-90B4-40E3-910C-6A9D71AAD7CD}" presName="sibTrans" presStyleCnt="0"/>
      <dgm:spPr/>
    </dgm:pt>
    <dgm:pt modelId="{15C0DF8C-33CE-4A71-8402-65D9D05AD9AB}" type="pres">
      <dgm:prSet presAssocID="{E5E89EA6-90B0-44ED-9657-2E6D46D81D44}" presName="compNode" presStyleCnt="0"/>
      <dgm:spPr/>
    </dgm:pt>
    <dgm:pt modelId="{D9C856F0-4DDC-451D-9DB2-688D4F82E788}" type="pres">
      <dgm:prSet presAssocID="{E5E89EA6-90B0-44ED-9657-2E6D46D81D44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B70D9E4B-EB29-4389-9902-8F9AA7194B1B}" type="pres">
      <dgm:prSet presAssocID="{E5E89EA6-90B0-44ED-9657-2E6D46D81D44}" presName="spaceRect" presStyleCnt="0"/>
      <dgm:spPr/>
    </dgm:pt>
    <dgm:pt modelId="{CCF3109B-56BE-43D9-AD6F-4A0CBFE32179}" type="pres">
      <dgm:prSet presAssocID="{E5E89EA6-90B0-44ED-9657-2E6D46D81D44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E6CC90D-7CDE-4B0F-AE67-781A03F52A29}" srcId="{C42F6AE3-A636-43DC-8976-7DA8E354557C}" destId="{4653EE2A-6189-4042-8B18-93D8920420E3}" srcOrd="1" destOrd="0" parTransId="{CA6BD55F-0E9E-41B9-A4C8-3C654AD2459E}" sibTransId="{4D67B9E0-455D-437A-A489-E3592B47F567}"/>
    <dgm:cxn modelId="{86092C18-FF7A-4F10-BCEB-FD5B517483F7}" srcId="{C42F6AE3-A636-43DC-8976-7DA8E354557C}" destId="{672A8C21-E9A3-4C5A-94F2-03FD8ED260C7}" srcOrd="0" destOrd="0" parTransId="{7A56AD56-9FDC-4966-8506-6FD9C1C51B71}" sibTransId="{6136A55E-CA17-4F4A-BA1F-505C0AC27B28}"/>
    <dgm:cxn modelId="{01FAF164-127E-4C88-A2E0-56A9A899F2B3}" srcId="{C42F6AE3-A636-43DC-8976-7DA8E354557C}" destId="{01A3B5D1-D7D1-49E5-97D2-2E7F405C49DC}" srcOrd="3" destOrd="0" parTransId="{B4FB2E93-A018-4FF7-8439-AEE1BB0427DC}" sibTransId="{A6DA2B96-8D17-4AF5-9452-D0F32C199A52}"/>
    <dgm:cxn modelId="{4B57874B-9C6D-4C36-B9BF-9D032CAC29C9}" srcId="{C42F6AE3-A636-43DC-8976-7DA8E354557C}" destId="{B7D923DF-134F-43C7-B0CB-AA7B02A965A3}" srcOrd="4" destOrd="0" parTransId="{D577BA68-C2AD-45AC-8C71-1A584E3D8633}" sibTransId="{5D08424E-90B4-40E3-910C-6A9D71AAD7CD}"/>
    <dgm:cxn modelId="{4EDAE14D-D782-4BD5-9A5D-05E1AB99ED99}" type="presOf" srcId="{B7D923DF-134F-43C7-B0CB-AA7B02A965A3}" destId="{BB7FD259-D98A-4371-978D-E2D735443CA1}" srcOrd="0" destOrd="0" presId="urn:microsoft.com/office/officeart/2018/2/layout/IconLabelList"/>
    <dgm:cxn modelId="{FD2D836F-A107-481E-84E5-B5E7482832F0}" type="presOf" srcId="{E5E89EA6-90B0-44ED-9657-2E6D46D81D44}" destId="{CCF3109B-56BE-43D9-AD6F-4A0CBFE32179}" srcOrd="0" destOrd="0" presId="urn:microsoft.com/office/officeart/2018/2/layout/IconLabelList"/>
    <dgm:cxn modelId="{6F595C56-BEA3-4C8F-913B-834FD2CEDA0C}" type="presOf" srcId="{46AC8891-F403-4549-83FA-4D84006DD050}" destId="{F3198A90-1D4B-4790-BC62-12A1495EF4C2}" srcOrd="0" destOrd="0" presId="urn:microsoft.com/office/officeart/2018/2/layout/IconLabelList"/>
    <dgm:cxn modelId="{8008FE83-4902-4BBD-84A2-F39A34F884FC}" srcId="{C42F6AE3-A636-43DC-8976-7DA8E354557C}" destId="{46AC8891-F403-4549-83FA-4D84006DD050}" srcOrd="2" destOrd="0" parTransId="{E1C2C648-47ED-4D9E-8D9A-7E18C0C57080}" sibTransId="{F6223C56-08A5-41DE-A22F-F54861065849}"/>
    <dgm:cxn modelId="{030867CA-1A7F-476C-B298-B90B5C7A9E01}" type="presOf" srcId="{01A3B5D1-D7D1-49E5-97D2-2E7F405C49DC}" destId="{9F87676A-1D76-42D4-9CA4-C267BC625086}" srcOrd="0" destOrd="0" presId="urn:microsoft.com/office/officeart/2018/2/layout/IconLabelList"/>
    <dgm:cxn modelId="{983C64E0-1F50-41AE-BA00-6F33E49E33C9}" srcId="{C42F6AE3-A636-43DC-8976-7DA8E354557C}" destId="{E5E89EA6-90B0-44ED-9657-2E6D46D81D44}" srcOrd="5" destOrd="0" parTransId="{E023C2EB-0611-49EC-BD57-CEDAED18E4F9}" sibTransId="{AEF738F5-9E67-4B43-B276-8E9B3E718273}"/>
    <dgm:cxn modelId="{21861DE2-C226-4FF6-8453-ACE186C3ED95}" type="presOf" srcId="{C42F6AE3-A636-43DC-8976-7DA8E354557C}" destId="{561E4F59-FAD6-499A-84FD-6BE96CB211B6}" srcOrd="0" destOrd="0" presId="urn:microsoft.com/office/officeart/2018/2/layout/IconLabelList"/>
    <dgm:cxn modelId="{D38909F4-EE12-4F82-BAD5-3A5C1536E1BB}" type="presOf" srcId="{4653EE2A-6189-4042-8B18-93D8920420E3}" destId="{39E95049-FCFC-4D29-8C0C-F8E5FE01A7A5}" srcOrd="0" destOrd="0" presId="urn:microsoft.com/office/officeart/2018/2/layout/IconLabelList"/>
    <dgm:cxn modelId="{34934CFD-42ED-46D4-947A-694DCA6A3410}" type="presOf" srcId="{672A8C21-E9A3-4C5A-94F2-03FD8ED260C7}" destId="{59E7FEA8-C254-4E8B-BD0F-63D8A72000DD}" srcOrd="0" destOrd="0" presId="urn:microsoft.com/office/officeart/2018/2/layout/IconLabelList"/>
    <dgm:cxn modelId="{EC0C6BEC-0AA2-4808-83EE-45788C4FD9C4}" type="presParOf" srcId="{561E4F59-FAD6-499A-84FD-6BE96CB211B6}" destId="{C15C7C79-DDB8-4037-862E-822CB14FB0BF}" srcOrd="0" destOrd="0" presId="urn:microsoft.com/office/officeart/2018/2/layout/IconLabelList"/>
    <dgm:cxn modelId="{6B7B2A02-4D5A-414B-A864-3F9A1A9A596C}" type="presParOf" srcId="{C15C7C79-DDB8-4037-862E-822CB14FB0BF}" destId="{1C3E10DD-1BC4-4E2F-9C15-C60B3856B835}" srcOrd="0" destOrd="0" presId="urn:microsoft.com/office/officeart/2018/2/layout/IconLabelList"/>
    <dgm:cxn modelId="{A664388F-A599-42C3-91D2-7F390D89DACE}" type="presParOf" srcId="{C15C7C79-DDB8-4037-862E-822CB14FB0BF}" destId="{3751FD50-0956-4BD1-A1A2-DDCD7D01287B}" srcOrd="1" destOrd="0" presId="urn:microsoft.com/office/officeart/2018/2/layout/IconLabelList"/>
    <dgm:cxn modelId="{58B1BC5D-0F23-433A-9AED-B19FB936A5B1}" type="presParOf" srcId="{C15C7C79-DDB8-4037-862E-822CB14FB0BF}" destId="{59E7FEA8-C254-4E8B-BD0F-63D8A72000DD}" srcOrd="2" destOrd="0" presId="urn:microsoft.com/office/officeart/2018/2/layout/IconLabelList"/>
    <dgm:cxn modelId="{352ABD11-F20B-445D-A796-F62AB479087A}" type="presParOf" srcId="{561E4F59-FAD6-499A-84FD-6BE96CB211B6}" destId="{7EF97F20-308E-4C77-8A3C-FC58D960C45F}" srcOrd="1" destOrd="0" presId="urn:microsoft.com/office/officeart/2018/2/layout/IconLabelList"/>
    <dgm:cxn modelId="{EF7FA99F-1DA3-44B3-AD12-74315AA06562}" type="presParOf" srcId="{561E4F59-FAD6-499A-84FD-6BE96CB211B6}" destId="{D7F3CC74-4BE0-4E6C-8C94-7D11F6B6EF9E}" srcOrd="2" destOrd="0" presId="urn:microsoft.com/office/officeart/2018/2/layout/IconLabelList"/>
    <dgm:cxn modelId="{79E54191-C90B-490C-943D-D2A8370E1E04}" type="presParOf" srcId="{D7F3CC74-4BE0-4E6C-8C94-7D11F6B6EF9E}" destId="{16B3EC81-D07F-46EE-920A-3D5C792F38AE}" srcOrd="0" destOrd="0" presId="urn:microsoft.com/office/officeart/2018/2/layout/IconLabelList"/>
    <dgm:cxn modelId="{7038E851-03D5-44B5-8FA3-3A4ED2ABCE36}" type="presParOf" srcId="{D7F3CC74-4BE0-4E6C-8C94-7D11F6B6EF9E}" destId="{716E1EFA-744A-42C0-8E0F-46F12A67C2B7}" srcOrd="1" destOrd="0" presId="urn:microsoft.com/office/officeart/2018/2/layout/IconLabelList"/>
    <dgm:cxn modelId="{7F1A5F24-2166-488C-A427-812503CEB6D1}" type="presParOf" srcId="{D7F3CC74-4BE0-4E6C-8C94-7D11F6B6EF9E}" destId="{39E95049-FCFC-4D29-8C0C-F8E5FE01A7A5}" srcOrd="2" destOrd="0" presId="urn:microsoft.com/office/officeart/2018/2/layout/IconLabelList"/>
    <dgm:cxn modelId="{6E78352E-CA57-44E1-BD16-E0A4064C7261}" type="presParOf" srcId="{561E4F59-FAD6-499A-84FD-6BE96CB211B6}" destId="{EE9C10E3-E49D-4860-94D0-9E32B5F3F921}" srcOrd="3" destOrd="0" presId="urn:microsoft.com/office/officeart/2018/2/layout/IconLabelList"/>
    <dgm:cxn modelId="{80DA0B6B-901C-4C42-805E-99D34E949110}" type="presParOf" srcId="{561E4F59-FAD6-499A-84FD-6BE96CB211B6}" destId="{D6AE498B-634C-45B1-8A57-4643CEDC34D3}" srcOrd="4" destOrd="0" presId="urn:microsoft.com/office/officeart/2018/2/layout/IconLabelList"/>
    <dgm:cxn modelId="{6DCBCEEA-C1A8-490E-8B20-CC15C818804F}" type="presParOf" srcId="{D6AE498B-634C-45B1-8A57-4643CEDC34D3}" destId="{D510F8B4-F667-481A-A60A-D5A74439BD74}" srcOrd="0" destOrd="0" presId="urn:microsoft.com/office/officeart/2018/2/layout/IconLabelList"/>
    <dgm:cxn modelId="{CD4E7EA1-DCEC-498B-93FA-6C6EBFE5E725}" type="presParOf" srcId="{D6AE498B-634C-45B1-8A57-4643CEDC34D3}" destId="{9E6AD3F8-B434-421E-8D05-B3A8A27755D3}" srcOrd="1" destOrd="0" presId="urn:microsoft.com/office/officeart/2018/2/layout/IconLabelList"/>
    <dgm:cxn modelId="{85F4A3E3-6909-4B26-B3D6-DCF436BC2B91}" type="presParOf" srcId="{D6AE498B-634C-45B1-8A57-4643CEDC34D3}" destId="{F3198A90-1D4B-4790-BC62-12A1495EF4C2}" srcOrd="2" destOrd="0" presId="urn:microsoft.com/office/officeart/2018/2/layout/IconLabelList"/>
    <dgm:cxn modelId="{9EF06283-9115-4FBE-87AA-2571210C28D7}" type="presParOf" srcId="{561E4F59-FAD6-499A-84FD-6BE96CB211B6}" destId="{6DB3CBA5-C314-420F-AE27-667DB0BBEF6F}" srcOrd="5" destOrd="0" presId="urn:microsoft.com/office/officeart/2018/2/layout/IconLabelList"/>
    <dgm:cxn modelId="{01F62C8C-8CC1-42D3-A27D-636604182719}" type="presParOf" srcId="{561E4F59-FAD6-499A-84FD-6BE96CB211B6}" destId="{56C0F0FF-270E-4EEC-A41E-D3F7F34ED739}" srcOrd="6" destOrd="0" presId="urn:microsoft.com/office/officeart/2018/2/layout/IconLabelList"/>
    <dgm:cxn modelId="{B47BE1B2-B6B0-40BA-9966-A45C07C9968F}" type="presParOf" srcId="{56C0F0FF-270E-4EEC-A41E-D3F7F34ED739}" destId="{EA17F9AA-577F-4AF0-A054-5F1B730E52AA}" srcOrd="0" destOrd="0" presId="urn:microsoft.com/office/officeart/2018/2/layout/IconLabelList"/>
    <dgm:cxn modelId="{AC2DFE81-DDD2-4208-BA59-A9DF9B48C406}" type="presParOf" srcId="{56C0F0FF-270E-4EEC-A41E-D3F7F34ED739}" destId="{C5DBE81F-4A0A-4A08-8052-D5C68CB965AA}" srcOrd="1" destOrd="0" presId="urn:microsoft.com/office/officeart/2018/2/layout/IconLabelList"/>
    <dgm:cxn modelId="{889118A6-A5E6-4A91-8189-AC56AB36D4EE}" type="presParOf" srcId="{56C0F0FF-270E-4EEC-A41E-D3F7F34ED739}" destId="{9F87676A-1D76-42D4-9CA4-C267BC625086}" srcOrd="2" destOrd="0" presId="urn:microsoft.com/office/officeart/2018/2/layout/IconLabelList"/>
    <dgm:cxn modelId="{B0E7A34C-3681-4EF1-841D-16B2E794068C}" type="presParOf" srcId="{561E4F59-FAD6-499A-84FD-6BE96CB211B6}" destId="{8614E336-26C4-4CF0-B55B-43861F4A2DDC}" srcOrd="7" destOrd="0" presId="urn:microsoft.com/office/officeart/2018/2/layout/IconLabelList"/>
    <dgm:cxn modelId="{32F8300F-5ED7-43D2-B088-CEA2DA6FE21F}" type="presParOf" srcId="{561E4F59-FAD6-499A-84FD-6BE96CB211B6}" destId="{A1BFF9E9-D8D5-417F-83DA-24E26554DCAA}" srcOrd="8" destOrd="0" presId="urn:microsoft.com/office/officeart/2018/2/layout/IconLabelList"/>
    <dgm:cxn modelId="{050FF1C4-9819-4B6A-BE8A-FF983B8E3893}" type="presParOf" srcId="{A1BFF9E9-D8D5-417F-83DA-24E26554DCAA}" destId="{786B2141-86FF-4967-92EB-64B0411D13D0}" srcOrd="0" destOrd="0" presId="urn:microsoft.com/office/officeart/2018/2/layout/IconLabelList"/>
    <dgm:cxn modelId="{796F1934-BEB7-4D19-87B2-0B24929C9662}" type="presParOf" srcId="{A1BFF9E9-D8D5-417F-83DA-24E26554DCAA}" destId="{0F82605F-1E28-46A6-AC3F-4D986E23796C}" srcOrd="1" destOrd="0" presId="urn:microsoft.com/office/officeart/2018/2/layout/IconLabelList"/>
    <dgm:cxn modelId="{29D8DCDA-E4B1-4855-AC11-4252C1FBA5F3}" type="presParOf" srcId="{A1BFF9E9-D8D5-417F-83DA-24E26554DCAA}" destId="{BB7FD259-D98A-4371-978D-E2D735443CA1}" srcOrd="2" destOrd="0" presId="urn:microsoft.com/office/officeart/2018/2/layout/IconLabelList"/>
    <dgm:cxn modelId="{2B22584C-05AB-4DE6-A93C-B9D5D7692CC4}" type="presParOf" srcId="{561E4F59-FAD6-499A-84FD-6BE96CB211B6}" destId="{A422CB36-2AD5-4C99-BA39-E0AEC39F58D2}" srcOrd="9" destOrd="0" presId="urn:microsoft.com/office/officeart/2018/2/layout/IconLabelList"/>
    <dgm:cxn modelId="{2860DC99-F24D-4447-A7E2-E79159FD1A18}" type="presParOf" srcId="{561E4F59-FAD6-499A-84FD-6BE96CB211B6}" destId="{15C0DF8C-33CE-4A71-8402-65D9D05AD9AB}" srcOrd="10" destOrd="0" presId="urn:microsoft.com/office/officeart/2018/2/layout/IconLabelList"/>
    <dgm:cxn modelId="{D260FB05-464C-46AF-AFF6-F92EDCE41002}" type="presParOf" srcId="{15C0DF8C-33CE-4A71-8402-65D9D05AD9AB}" destId="{D9C856F0-4DDC-451D-9DB2-688D4F82E788}" srcOrd="0" destOrd="0" presId="urn:microsoft.com/office/officeart/2018/2/layout/IconLabelList"/>
    <dgm:cxn modelId="{5DD17B29-C52B-4B69-B45B-B6A672622009}" type="presParOf" srcId="{15C0DF8C-33CE-4A71-8402-65D9D05AD9AB}" destId="{B70D9E4B-EB29-4389-9902-8F9AA7194B1B}" srcOrd="1" destOrd="0" presId="urn:microsoft.com/office/officeart/2018/2/layout/IconLabelList"/>
    <dgm:cxn modelId="{D1805C85-4D5B-4042-B49C-E699D1A67D0E}" type="presParOf" srcId="{15C0DF8C-33CE-4A71-8402-65D9D05AD9AB}" destId="{CCF3109B-56BE-43D9-AD6F-4A0CBFE3217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A485820-63E2-466F-AB58-2F90D9A18EB4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46B5C6B-0C6F-4925-B38D-5F0316887B7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Operational:</a:t>
          </a:r>
        </a:p>
      </dgm:t>
    </dgm:pt>
    <dgm:pt modelId="{B156E007-0030-46BA-B63E-84FBCACCD645}" type="parTrans" cxnId="{3C04BE12-38EE-4A0D-8D62-D5787FBF79DA}">
      <dgm:prSet/>
      <dgm:spPr/>
      <dgm:t>
        <a:bodyPr/>
        <a:lstStyle/>
        <a:p>
          <a:endParaRPr lang="en-US"/>
        </a:p>
      </dgm:t>
    </dgm:pt>
    <dgm:pt modelId="{7B84CFE7-918A-44C7-8269-DD577BE4A13E}" type="sibTrans" cxnId="{3C04BE12-38EE-4A0D-8D62-D5787FBF79DA}">
      <dgm:prSet/>
      <dgm:spPr/>
      <dgm:t>
        <a:bodyPr/>
        <a:lstStyle/>
        <a:p>
          <a:endParaRPr lang="en-US"/>
        </a:p>
      </dgm:t>
    </dgm:pt>
    <dgm:pt modelId="{B3BE51E1-6A3B-4921-9674-FB8FD7E404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Prioritize addressing technical &amp; staffing delays.</a:t>
          </a:r>
        </a:p>
      </dgm:t>
    </dgm:pt>
    <dgm:pt modelId="{4FF4C09F-5848-4A1A-945F-0D29EFC76B65}" type="parTrans" cxnId="{0D459691-4532-429C-A9DD-E068D94B8D11}">
      <dgm:prSet/>
      <dgm:spPr/>
      <dgm:t>
        <a:bodyPr/>
        <a:lstStyle/>
        <a:p>
          <a:endParaRPr lang="en-US"/>
        </a:p>
      </dgm:t>
    </dgm:pt>
    <dgm:pt modelId="{28E6F7F3-8E89-4985-B9CB-05C2A85F50DC}" type="sibTrans" cxnId="{0D459691-4532-429C-A9DD-E068D94B8D11}">
      <dgm:prSet/>
      <dgm:spPr/>
      <dgm:t>
        <a:bodyPr/>
        <a:lstStyle/>
        <a:p>
          <a:endParaRPr lang="en-US"/>
        </a:p>
      </dgm:t>
    </dgm:pt>
    <dgm:pt modelId="{34AF420A-D120-4CDF-A9CF-2B9F7E5A48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Strengthen teams during peak demand slots.</a:t>
          </a:r>
        </a:p>
      </dgm:t>
    </dgm:pt>
    <dgm:pt modelId="{23D0F038-2691-472A-8FE0-95EDB18A9D5B}" type="parTrans" cxnId="{41B73737-CF11-46D1-B555-975C6AD5178E}">
      <dgm:prSet/>
      <dgm:spPr/>
      <dgm:t>
        <a:bodyPr/>
        <a:lstStyle/>
        <a:p>
          <a:endParaRPr lang="en-US"/>
        </a:p>
      </dgm:t>
    </dgm:pt>
    <dgm:pt modelId="{BE381B5D-DE84-4914-B0D3-D98483A102ED}" type="sibTrans" cxnId="{41B73737-CF11-46D1-B555-975C6AD5178E}">
      <dgm:prSet/>
      <dgm:spPr/>
      <dgm:t>
        <a:bodyPr/>
        <a:lstStyle/>
        <a:p>
          <a:endParaRPr lang="en-US"/>
        </a:p>
      </dgm:t>
    </dgm:pt>
    <dgm:pt modelId="{652067A8-B70B-410A-8295-EF5DADEB69B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Commercial:</a:t>
          </a:r>
        </a:p>
      </dgm:t>
    </dgm:pt>
    <dgm:pt modelId="{6E4FBB78-41CE-4497-A7B9-47A3AD700DB8}" type="parTrans" cxnId="{2942E3AB-999B-496C-ABB2-71CA8307E6E5}">
      <dgm:prSet/>
      <dgm:spPr/>
      <dgm:t>
        <a:bodyPr/>
        <a:lstStyle/>
        <a:p>
          <a:endParaRPr lang="en-US"/>
        </a:p>
      </dgm:t>
    </dgm:pt>
    <dgm:pt modelId="{A0D6517F-2C3E-4BF2-82F9-40E4EFD960DD}" type="sibTrans" cxnId="{2942E3AB-999B-496C-ABB2-71CA8307E6E5}">
      <dgm:prSet/>
      <dgm:spPr/>
      <dgm:t>
        <a:bodyPr/>
        <a:lstStyle/>
        <a:p>
          <a:endParaRPr lang="en-US"/>
        </a:p>
      </dgm:t>
    </dgm:pt>
    <dgm:pt modelId="{48F1CFF7-5C3B-4172-876C-EFB809D311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Expand Railcard‑based promotions.</a:t>
          </a:r>
        </a:p>
      </dgm:t>
    </dgm:pt>
    <dgm:pt modelId="{1DE39BE9-FA7B-4D9B-A191-05A0313560C3}" type="parTrans" cxnId="{5B7D637B-DECD-46C7-B872-5EA372BFCB51}">
      <dgm:prSet/>
      <dgm:spPr/>
      <dgm:t>
        <a:bodyPr/>
        <a:lstStyle/>
        <a:p>
          <a:endParaRPr lang="en-US"/>
        </a:p>
      </dgm:t>
    </dgm:pt>
    <dgm:pt modelId="{212062C6-C17B-40CB-9B4A-28E31946E529}" type="sibTrans" cxnId="{5B7D637B-DECD-46C7-B872-5EA372BFCB51}">
      <dgm:prSet/>
      <dgm:spPr/>
      <dgm:t>
        <a:bodyPr/>
        <a:lstStyle/>
        <a:p>
          <a:endParaRPr lang="en-US"/>
        </a:p>
      </dgm:t>
    </dgm:pt>
    <dgm:pt modelId="{95FF8A02-653E-454A-8857-31409D45A7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Introduce dynamic ticket pricing for early bookings.</a:t>
          </a:r>
        </a:p>
      </dgm:t>
    </dgm:pt>
    <dgm:pt modelId="{CF157CCF-DBB1-40DC-A166-913A00599C05}" type="parTrans" cxnId="{8E1DB8C3-2879-4DA6-8065-29138C49478D}">
      <dgm:prSet/>
      <dgm:spPr/>
      <dgm:t>
        <a:bodyPr/>
        <a:lstStyle/>
        <a:p>
          <a:endParaRPr lang="en-US"/>
        </a:p>
      </dgm:t>
    </dgm:pt>
    <dgm:pt modelId="{39D0D1F7-28A9-44DD-8F61-39F6628FEA81}" type="sibTrans" cxnId="{8E1DB8C3-2879-4DA6-8065-29138C49478D}">
      <dgm:prSet/>
      <dgm:spPr/>
      <dgm:t>
        <a:bodyPr/>
        <a:lstStyle/>
        <a:p>
          <a:endParaRPr lang="en-US"/>
        </a:p>
      </dgm:t>
    </dgm:pt>
    <dgm:pt modelId="{D3A55C58-B145-4379-8B8E-3671E5E2301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Customer Experience:</a:t>
          </a:r>
        </a:p>
      </dgm:t>
    </dgm:pt>
    <dgm:pt modelId="{323C576D-E5FC-4B43-8B1E-C10931AF6D63}" type="parTrans" cxnId="{8C7A6D7E-9111-4092-AB8C-156DF4C9764A}">
      <dgm:prSet/>
      <dgm:spPr/>
      <dgm:t>
        <a:bodyPr/>
        <a:lstStyle/>
        <a:p>
          <a:endParaRPr lang="en-US"/>
        </a:p>
      </dgm:t>
    </dgm:pt>
    <dgm:pt modelId="{CFFBB97A-E7F6-4685-B76E-4E023FA862D6}" type="sibTrans" cxnId="{8C7A6D7E-9111-4092-AB8C-156DF4C9764A}">
      <dgm:prSet/>
      <dgm:spPr/>
      <dgm:t>
        <a:bodyPr/>
        <a:lstStyle/>
        <a:p>
          <a:endParaRPr lang="en-US"/>
        </a:p>
      </dgm:t>
    </dgm:pt>
    <dgm:pt modelId="{0C0FF13A-7F7F-4641-ABF2-3045BCB129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Automate refund handling workflows.</a:t>
          </a:r>
        </a:p>
      </dgm:t>
    </dgm:pt>
    <dgm:pt modelId="{94F58D31-2E20-4B63-A9D8-C559D272D61D}" type="parTrans" cxnId="{C83D0F54-24D6-4160-9D5A-F9FA35A751F6}">
      <dgm:prSet/>
      <dgm:spPr/>
      <dgm:t>
        <a:bodyPr/>
        <a:lstStyle/>
        <a:p>
          <a:endParaRPr lang="en-US"/>
        </a:p>
      </dgm:t>
    </dgm:pt>
    <dgm:pt modelId="{9C68C0C8-EF12-43A6-B4EF-0605A27AE514}" type="sibTrans" cxnId="{C83D0F54-24D6-4160-9D5A-F9FA35A751F6}">
      <dgm:prSet/>
      <dgm:spPr/>
      <dgm:t>
        <a:bodyPr/>
        <a:lstStyle/>
        <a:p>
          <a:endParaRPr lang="en-US"/>
        </a:p>
      </dgm:t>
    </dgm:pt>
    <dgm:pt modelId="{49A6D719-177F-4355-9B1F-D7B778E15B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Increase transparency of service disruptions.</a:t>
          </a:r>
        </a:p>
      </dgm:t>
    </dgm:pt>
    <dgm:pt modelId="{2FAB92B8-9932-421C-BC36-905258861B31}" type="parTrans" cxnId="{313CC8B1-2275-4856-97E1-B4BCD1627350}">
      <dgm:prSet/>
      <dgm:spPr/>
      <dgm:t>
        <a:bodyPr/>
        <a:lstStyle/>
        <a:p>
          <a:endParaRPr lang="en-US"/>
        </a:p>
      </dgm:t>
    </dgm:pt>
    <dgm:pt modelId="{A9F13B00-6678-4D64-93DD-A11B25848A91}" type="sibTrans" cxnId="{313CC8B1-2275-4856-97E1-B4BCD1627350}">
      <dgm:prSet/>
      <dgm:spPr/>
      <dgm:t>
        <a:bodyPr/>
        <a:lstStyle/>
        <a:p>
          <a:endParaRPr lang="en-US"/>
        </a:p>
      </dgm:t>
    </dgm:pt>
    <dgm:pt modelId="{6FE760C9-F5F6-49BC-A5F9-4B5E78CF8FCF}" type="pres">
      <dgm:prSet presAssocID="{4A485820-63E2-466F-AB58-2F90D9A18EB4}" presName="root" presStyleCnt="0">
        <dgm:presLayoutVars>
          <dgm:dir/>
          <dgm:resizeHandles val="exact"/>
        </dgm:presLayoutVars>
      </dgm:prSet>
      <dgm:spPr/>
    </dgm:pt>
    <dgm:pt modelId="{5E2A9254-ADB4-4B80-BFB5-D17CC488047B}" type="pres">
      <dgm:prSet presAssocID="{146B5C6B-0C6F-4925-B38D-5F0316887B7C}" presName="compNode" presStyleCnt="0"/>
      <dgm:spPr/>
    </dgm:pt>
    <dgm:pt modelId="{3DAE3EAC-E7BD-41EF-AE1F-DE63E8D59E8C}" type="pres">
      <dgm:prSet presAssocID="{146B5C6B-0C6F-4925-B38D-5F0316887B7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15FA87A7-024B-4AC7-90FA-9468C1939259}" type="pres">
      <dgm:prSet presAssocID="{146B5C6B-0C6F-4925-B38D-5F0316887B7C}" presName="iconSpace" presStyleCnt="0"/>
      <dgm:spPr/>
    </dgm:pt>
    <dgm:pt modelId="{6502DF0D-0BDF-4F0B-BB48-88AC885CFB4A}" type="pres">
      <dgm:prSet presAssocID="{146B5C6B-0C6F-4925-B38D-5F0316887B7C}" presName="parTx" presStyleLbl="revTx" presStyleIdx="0" presStyleCnt="6">
        <dgm:presLayoutVars>
          <dgm:chMax val="0"/>
          <dgm:chPref val="0"/>
        </dgm:presLayoutVars>
      </dgm:prSet>
      <dgm:spPr/>
    </dgm:pt>
    <dgm:pt modelId="{20E3FC61-A767-4A9F-988D-2B3A443D9BA4}" type="pres">
      <dgm:prSet presAssocID="{146B5C6B-0C6F-4925-B38D-5F0316887B7C}" presName="txSpace" presStyleCnt="0"/>
      <dgm:spPr/>
    </dgm:pt>
    <dgm:pt modelId="{79146AB4-CB42-4C28-808C-F7624073EF5B}" type="pres">
      <dgm:prSet presAssocID="{146B5C6B-0C6F-4925-B38D-5F0316887B7C}" presName="desTx" presStyleLbl="revTx" presStyleIdx="1" presStyleCnt="6">
        <dgm:presLayoutVars/>
      </dgm:prSet>
      <dgm:spPr/>
    </dgm:pt>
    <dgm:pt modelId="{771C0973-6258-4FC2-B8EE-B15FB73D2A89}" type="pres">
      <dgm:prSet presAssocID="{7B84CFE7-918A-44C7-8269-DD577BE4A13E}" presName="sibTrans" presStyleCnt="0"/>
      <dgm:spPr/>
    </dgm:pt>
    <dgm:pt modelId="{D703E94F-BD9D-4CA2-A886-AEC3492535AE}" type="pres">
      <dgm:prSet presAssocID="{652067A8-B70B-410A-8295-EF5DADEB69B5}" presName="compNode" presStyleCnt="0"/>
      <dgm:spPr/>
    </dgm:pt>
    <dgm:pt modelId="{4D8EBFB1-E236-409F-A421-5F678DE26481}" type="pres">
      <dgm:prSet presAssocID="{652067A8-B70B-410A-8295-EF5DADEB69B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AEF944FF-B233-4BFB-B49A-230F9DA34F5D}" type="pres">
      <dgm:prSet presAssocID="{652067A8-B70B-410A-8295-EF5DADEB69B5}" presName="iconSpace" presStyleCnt="0"/>
      <dgm:spPr/>
    </dgm:pt>
    <dgm:pt modelId="{02FCB378-1D1D-4F18-9F3E-9F4838DD6EBA}" type="pres">
      <dgm:prSet presAssocID="{652067A8-B70B-410A-8295-EF5DADEB69B5}" presName="parTx" presStyleLbl="revTx" presStyleIdx="2" presStyleCnt="6">
        <dgm:presLayoutVars>
          <dgm:chMax val="0"/>
          <dgm:chPref val="0"/>
        </dgm:presLayoutVars>
      </dgm:prSet>
      <dgm:spPr/>
    </dgm:pt>
    <dgm:pt modelId="{4AF4C844-F0E8-4BB4-9EC6-1EAFFD573BE5}" type="pres">
      <dgm:prSet presAssocID="{652067A8-B70B-410A-8295-EF5DADEB69B5}" presName="txSpace" presStyleCnt="0"/>
      <dgm:spPr/>
    </dgm:pt>
    <dgm:pt modelId="{A004F38D-0588-4817-BE97-D5646F679A73}" type="pres">
      <dgm:prSet presAssocID="{652067A8-B70B-410A-8295-EF5DADEB69B5}" presName="desTx" presStyleLbl="revTx" presStyleIdx="3" presStyleCnt="6">
        <dgm:presLayoutVars/>
      </dgm:prSet>
      <dgm:spPr/>
    </dgm:pt>
    <dgm:pt modelId="{AC7835D9-C6D3-4900-A85D-9CFFF599A28D}" type="pres">
      <dgm:prSet presAssocID="{A0D6517F-2C3E-4BF2-82F9-40E4EFD960DD}" presName="sibTrans" presStyleCnt="0"/>
      <dgm:spPr/>
    </dgm:pt>
    <dgm:pt modelId="{DAE9D345-3D44-4F2B-ADD3-5132302276C2}" type="pres">
      <dgm:prSet presAssocID="{D3A55C58-B145-4379-8B8E-3671E5E2301D}" presName="compNode" presStyleCnt="0"/>
      <dgm:spPr/>
    </dgm:pt>
    <dgm:pt modelId="{370A3460-DEB3-4A24-8D86-80930D1FEB04}" type="pres">
      <dgm:prSet presAssocID="{D3A55C58-B145-4379-8B8E-3671E5E2301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4C99246-6DDF-4694-8C3D-8BB6CABA0F23}" type="pres">
      <dgm:prSet presAssocID="{D3A55C58-B145-4379-8B8E-3671E5E2301D}" presName="iconSpace" presStyleCnt="0"/>
      <dgm:spPr/>
    </dgm:pt>
    <dgm:pt modelId="{A8A9FA35-BD9D-479A-AE77-A844D37689DE}" type="pres">
      <dgm:prSet presAssocID="{D3A55C58-B145-4379-8B8E-3671E5E2301D}" presName="parTx" presStyleLbl="revTx" presStyleIdx="4" presStyleCnt="6">
        <dgm:presLayoutVars>
          <dgm:chMax val="0"/>
          <dgm:chPref val="0"/>
        </dgm:presLayoutVars>
      </dgm:prSet>
      <dgm:spPr/>
    </dgm:pt>
    <dgm:pt modelId="{1CF070E7-D108-4BA3-92E3-38AD6A4A9EC4}" type="pres">
      <dgm:prSet presAssocID="{D3A55C58-B145-4379-8B8E-3671E5E2301D}" presName="txSpace" presStyleCnt="0"/>
      <dgm:spPr/>
    </dgm:pt>
    <dgm:pt modelId="{74AE4CE8-0A1F-4039-A958-BDB28922D470}" type="pres">
      <dgm:prSet presAssocID="{D3A55C58-B145-4379-8B8E-3671E5E2301D}" presName="desTx" presStyleLbl="revTx" presStyleIdx="5" presStyleCnt="6">
        <dgm:presLayoutVars/>
      </dgm:prSet>
      <dgm:spPr/>
    </dgm:pt>
  </dgm:ptLst>
  <dgm:cxnLst>
    <dgm:cxn modelId="{3C04BE12-38EE-4A0D-8D62-D5787FBF79DA}" srcId="{4A485820-63E2-466F-AB58-2F90D9A18EB4}" destId="{146B5C6B-0C6F-4925-B38D-5F0316887B7C}" srcOrd="0" destOrd="0" parTransId="{B156E007-0030-46BA-B63E-84FBCACCD645}" sibTransId="{7B84CFE7-918A-44C7-8269-DD577BE4A13E}"/>
    <dgm:cxn modelId="{41B73737-CF11-46D1-B555-975C6AD5178E}" srcId="{146B5C6B-0C6F-4925-B38D-5F0316887B7C}" destId="{34AF420A-D120-4CDF-A9CF-2B9F7E5A48EA}" srcOrd="1" destOrd="0" parTransId="{23D0F038-2691-472A-8FE0-95EDB18A9D5B}" sibTransId="{BE381B5D-DE84-4914-B0D3-D98483A102ED}"/>
    <dgm:cxn modelId="{857B796A-9AD4-4EF5-A0DD-0A00D986529F}" type="presOf" srcId="{D3A55C58-B145-4379-8B8E-3671E5E2301D}" destId="{A8A9FA35-BD9D-479A-AE77-A844D37689DE}" srcOrd="0" destOrd="0" presId="urn:microsoft.com/office/officeart/2018/2/layout/IconLabelDescriptionList"/>
    <dgm:cxn modelId="{961A414D-1D93-4605-A0FC-A9566EB1A669}" type="presOf" srcId="{4A485820-63E2-466F-AB58-2F90D9A18EB4}" destId="{6FE760C9-F5F6-49BC-A5F9-4B5E78CF8FCF}" srcOrd="0" destOrd="0" presId="urn:microsoft.com/office/officeart/2018/2/layout/IconLabelDescriptionList"/>
    <dgm:cxn modelId="{D4898A51-650A-4021-AB8E-5BB8D6C8FCD0}" type="presOf" srcId="{48F1CFF7-5C3B-4172-876C-EFB809D31140}" destId="{A004F38D-0588-4817-BE97-D5646F679A73}" srcOrd="0" destOrd="0" presId="urn:microsoft.com/office/officeart/2018/2/layout/IconLabelDescriptionList"/>
    <dgm:cxn modelId="{C83D0F54-24D6-4160-9D5A-F9FA35A751F6}" srcId="{D3A55C58-B145-4379-8B8E-3671E5E2301D}" destId="{0C0FF13A-7F7F-4641-ABF2-3045BCB12992}" srcOrd="0" destOrd="0" parTransId="{94F58D31-2E20-4B63-A9D8-C559D272D61D}" sibTransId="{9C68C0C8-EF12-43A6-B4EF-0605A27AE514}"/>
    <dgm:cxn modelId="{7361ED76-B813-4213-9BF9-BF50C6BB3B36}" type="presOf" srcId="{49A6D719-177F-4355-9B1F-D7B778E15B57}" destId="{74AE4CE8-0A1F-4039-A958-BDB28922D470}" srcOrd="0" destOrd="1" presId="urn:microsoft.com/office/officeart/2018/2/layout/IconLabelDescriptionList"/>
    <dgm:cxn modelId="{5B7D637B-DECD-46C7-B872-5EA372BFCB51}" srcId="{652067A8-B70B-410A-8295-EF5DADEB69B5}" destId="{48F1CFF7-5C3B-4172-876C-EFB809D31140}" srcOrd="0" destOrd="0" parTransId="{1DE39BE9-FA7B-4D9B-A191-05A0313560C3}" sibTransId="{212062C6-C17B-40CB-9B4A-28E31946E529}"/>
    <dgm:cxn modelId="{8C7A6D7E-9111-4092-AB8C-156DF4C9764A}" srcId="{4A485820-63E2-466F-AB58-2F90D9A18EB4}" destId="{D3A55C58-B145-4379-8B8E-3671E5E2301D}" srcOrd="2" destOrd="0" parTransId="{323C576D-E5FC-4B43-8B1E-C10931AF6D63}" sibTransId="{CFFBB97A-E7F6-4685-B76E-4E023FA862D6}"/>
    <dgm:cxn modelId="{0D459691-4532-429C-A9DD-E068D94B8D11}" srcId="{146B5C6B-0C6F-4925-B38D-5F0316887B7C}" destId="{B3BE51E1-6A3B-4921-9674-FB8FD7E4048D}" srcOrd="0" destOrd="0" parTransId="{4FF4C09F-5848-4A1A-945F-0D29EFC76B65}" sibTransId="{28E6F7F3-8E89-4985-B9CB-05C2A85F50DC}"/>
    <dgm:cxn modelId="{0F9F9096-AB67-4793-9D4F-17CC4674DB81}" type="presOf" srcId="{34AF420A-D120-4CDF-A9CF-2B9F7E5A48EA}" destId="{79146AB4-CB42-4C28-808C-F7624073EF5B}" srcOrd="0" destOrd="1" presId="urn:microsoft.com/office/officeart/2018/2/layout/IconLabelDescriptionList"/>
    <dgm:cxn modelId="{4598A89D-F209-4050-BFA8-E489B852DD15}" type="presOf" srcId="{652067A8-B70B-410A-8295-EF5DADEB69B5}" destId="{02FCB378-1D1D-4F18-9F3E-9F4838DD6EBA}" srcOrd="0" destOrd="0" presId="urn:microsoft.com/office/officeart/2018/2/layout/IconLabelDescriptionList"/>
    <dgm:cxn modelId="{D74C349E-EF82-4794-BE1B-D3CD0575ECCB}" type="presOf" srcId="{0C0FF13A-7F7F-4641-ABF2-3045BCB12992}" destId="{74AE4CE8-0A1F-4039-A958-BDB28922D470}" srcOrd="0" destOrd="0" presId="urn:microsoft.com/office/officeart/2018/2/layout/IconLabelDescriptionList"/>
    <dgm:cxn modelId="{2942E3AB-999B-496C-ABB2-71CA8307E6E5}" srcId="{4A485820-63E2-466F-AB58-2F90D9A18EB4}" destId="{652067A8-B70B-410A-8295-EF5DADEB69B5}" srcOrd="1" destOrd="0" parTransId="{6E4FBB78-41CE-4497-A7B9-47A3AD700DB8}" sibTransId="{A0D6517F-2C3E-4BF2-82F9-40E4EFD960DD}"/>
    <dgm:cxn modelId="{313CC8B1-2275-4856-97E1-B4BCD1627350}" srcId="{D3A55C58-B145-4379-8B8E-3671E5E2301D}" destId="{49A6D719-177F-4355-9B1F-D7B778E15B57}" srcOrd="1" destOrd="0" parTransId="{2FAB92B8-9932-421C-BC36-905258861B31}" sibTransId="{A9F13B00-6678-4D64-93DD-A11B25848A91}"/>
    <dgm:cxn modelId="{8E1DB8C3-2879-4DA6-8065-29138C49478D}" srcId="{652067A8-B70B-410A-8295-EF5DADEB69B5}" destId="{95FF8A02-653E-454A-8857-31409D45A750}" srcOrd="1" destOrd="0" parTransId="{CF157CCF-DBB1-40DC-A166-913A00599C05}" sibTransId="{39D0D1F7-28A9-44DD-8F61-39F6628FEA81}"/>
    <dgm:cxn modelId="{BE8D19DE-C42E-4C34-8ADD-4AB68E515F88}" type="presOf" srcId="{146B5C6B-0C6F-4925-B38D-5F0316887B7C}" destId="{6502DF0D-0BDF-4F0B-BB48-88AC885CFB4A}" srcOrd="0" destOrd="0" presId="urn:microsoft.com/office/officeart/2018/2/layout/IconLabelDescriptionList"/>
    <dgm:cxn modelId="{38A7FFED-A1A7-45E3-8841-8F62B4A09F1E}" type="presOf" srcId="{95FF8A02-653E-454A-8857-31409D45A750}" destId="{A004F38D-0588-4817-BE97-D5646F679A73}" srcOrd="0" destOrd="1" presId="urn:microsoft.com/office/officeart/2018/2/layout/IconLabelDescriptionList"/>
    <dgm:cxn modelId="{160DEEF0-7F8D-4D76-842F-B3C26C295FCD}" type="presOf" srcId="{B3BE51E1-6A3B-4921-9674-FB8FD7E4048D}" destId="{79146AB4-CB42-4C28-808C-F7624073EF5B}" srcOrd="0" destOrd="0" presId="urn:microsoft.com/office/officeart/2018/2/layout/IconLabelDescriptionList"/>
    <dgm:cxn modelId="{DB290594-84EA-4F92-95A8-7175C24BB4FD}" type="presParOf" srcId="{6FE760C9-F5F6-49BC-A5F9-4B5E78CF8FCF}" destId="{5E2A9254-ADB4-4B80-BFB5-D17CC488047B}" srcOrd="0" destOrd="0" presId="urn:microsoft.com/office/officeart/2018/2/layout/IconLabelDescriptionList"/>
    <dgm:cxn modelId="{CE9BF4A4-DDF7-4392-BC6A-C0D2CF64C1E2}" type="presParOf" srcId="{5E2A9254-ADB4-4B80-BFB5-D17CC488047B}" destId="{3DAE3EAC-E7BD-41EF-AE1F-DE63E8D59E8C}" srcOrd="0" destOrd="0" presId="urn:microsoft.com/office/officeart/2018/2/layout/IconLabelDescriptionList"/>
    <dgm:cxn modelId="{9B010998-1275-47F4-BE3C-D9B56563E242}" type="presParOf" srcId="{5E2A9254-ADB4-4B80-BFB5-D17CC488047B}" destId="{15FA87A7-024B-4AC7-90FA-9468C1939259}" srcOrd="1" destOrd="0" presId="urn:microsoft.com/office/officeart/2018/2/layout/IconLabelDescriptionList"/>
    <dgm:cxn modelId="{7D8E94FB-E21B-440E-8C83-FA4017B9E584}" type="presParOf" srcId="{5E2A9254-ADB4-4B80-BFB5-D17CC488047B}" destId="{6502DF0D-0BDF-4F0B-BB48-88AC885CFB4A}" srcOrd="2" destOrd="0" presId="urn:microsoft.com/office/officeart/2018/2/layout/IconLabelDescriptionList"/>
    <dgm:cxn modelId="{0C2DB403-AD7D-4F01-B8D1-A947F15B1F17}" type="presParOf" srcId="{5E2A9254-ADB4-4B80-BFB5-D17CC488047B}" destId="{20E3FC61-A767-4A9F-988D-2B3A443D9BA4}" srcOrd="3" destOrd="0" presId="urn:microsoft.com/office/officeart/2018/2/layout/IconLabelDescriptionList"/>
    <dgm:cxn modelId="{154FB9AC-5761-4328-BFDE-B2B19EE32148}" type="presParOf" srcId="{5E2A9254-ADB4-4B80-BFB5-D17CC488047B}" destId="{79146AB4-CB42-4C28-808C-F7624073EF5B}" srcOrd="4" destOrd="0" presId="urn:microsoft.com/office/officeart/2018/2/layout/IconLabelDescriptionList"/>
    <dgm:cxn modelId="{2436FFD1-3599-44C7-8245-BCAD6C8B7293}" type="presParOf" srcId="{6FE760C9-F5F6-49BC-A5F9-4B5E78CF8FCF}" destId="{771C0973-6258-4FC2-B8EE-B15FB73D2A89}" srcOrd="1" destOrd="0" presId="urn:microsoft.com/office/officeart/2018/2/layout/IconLabelDescriptionList"/>
    <dgm:cxn modelId="{92F0710B-5CB6-4ECC-A73C-5A36E36769EA}" type="presParOf" srcId="{6FE760C9-F5F6-49BC-A5F9-4B5E78CF8FCF}" destId="{D703E94F-BD9D-4CA2-A886-AEC3492535AE}" srcOrd="2" destOrd="0" presId="urn:microsoft.com/office/officeart/2018/2/layout/IconLabelDescriptionList"/>
    <dgm:cxn modelId="{63E50FB2-D4F0-4277-BA5F-FAB26D06918E}" type="presParOf" srcId="{D703E94F-BD9D-4CA2-A886-AEC3492535AE}" destId="{4D8EBFB1-E236-409F-A421-5F678DE26481}" srcOrd="0" destOrd="0" presId="urn:microsoft.com/office/officeart/2018/2/layout/IconLabelDescriptionList"/>
    <dgm:cxn modelId="{1FAF807A-8B34-42DC-BEDC-4108050F3C53}" type="presParOf" srcId="{D703E94F-BD9D-4CA2-A886-AEC3492535AE}" destId="{AEF944FF-B233-4BFB-B49A-230F9DA34F5D}" srcOrd="1" destOrd="0" presId="urn:microsoft.com/office/officeart/2018/2/layout/IconLabelDescriptionList"/>
    <dgm:cxn modelId="{A91A51E1-B7ED-4424-B5B9-82CEBC5825B1}" type="presParOf" srcId="{D703E94F-BD9D-4CA2-A886-AEC3492535AE}" destId="{02FCB378-1D1D-4F18-9F3E-9F4838DD6EBA}" srcOrd="2" destOrd="0" presId="urn:microsoft.com/office/officeart/2018/2/layout/IconLabelDescriptionList"/>
    <dgm:cxn modelId="{872D8EA6-26CF-4D47-8135-55E15B80A6AA}" type="presParOf" srcId="{D703E94F-BD9D-4CA2-A886-AEC3492535AE}" destId="{4AF4C844-F0E8-4BB4-9EC6-1EAFFD573BE5}" srcOrd="3" destOrd="0" presId="urn:microsoft.com/office/officeart/2018/2/layout/IconLabelDescriptionList"/>
    <dgm:cxn modelId="{18DDC0A7-6EB9-41F1-AAA4-AE37BBF51FE7}" type="presParOf" srcId="{D703E94F-BD9D-4CA2-A886-AEC3492535AE}" destId="{A004F38D-0588-4817-BE97-D5646F679A73}" srcOrd="4" destOrd="0" presId="urn:microsoft.com/office/officeart/2018/2/layout/IconLabelDescriptionList"/>
    <dgm:cxn modelId="{C0A4F700-A064-440A-970F-EFA90952215B}" type="presParOf" srcId="{6FE760C9-F5F6-49BC-A5F9-4B5E78CF8FCF}" destId="{AC7835D9-C6D3-4900-A85D-9CFFF599A28D}" srcOrd="3" destOrd="0" presId="urn:microsoft.com/office/officeart/2018/2/layout/IconLabelDescriptionList"/>
    <dgm:cxn modelId="{253F46E1-D9FC-4832-8438-F294E34B1184}" type="presParOf" srcId="{6FE760C9-F5F6-49BC-A5F9-4B5E78CF8FCF}" destId="{DAE9D345-3D44-4F2B-ADD3-5132302276C2}" srcOrd="4" destOrd="0" presId="urn:microsoft.com/office/officeart/2018/2/layout/IconLabelDescriptionList"/>
    <dgm:cxn modelId="{6216368B-ABF3-4817-86B5-EA1EFD02983F}" type="presParOf" srcId="{DAE9D345-3D44-4F2B-ADD3-5132302276C2}" destId="{370A3460-DEB3-4A24-8D86-80930D1FEB04}" srcOrd="0" destOrd="0" presId="urn:microsoft.com/office/officeart/2018/2/layout/IconLabelDescriptionList"/>
    <dgm:cxn modelId="{E779B375-F56D-4760-A8F6-215AB331D2D3}" type="presParOf" srcId="{DAE9D345-3D44-4F2B-ADD3-5132302276C2}" destId="{C4C99246-6DDF-4694-8C3D-8BB6CABA0F23}" srcOrd="1" destOrd="0" presId="urn:microsoft.com/office/officeart/2018/2/layout/IconLabelDescriptionList"/>
    <dgm:cxn modelId="{D459E110-1822-4FD4-BFA3-6856AD4927FB}" type="presParOf" srcId="{DAE9D345-3D44-4F2B-ADD3-5132302276C2}" destId="{A8A9FA35-BD9D-479A-AE77-A844D37689DE}" srcOrd="2" destOrd="0" presId="urn:microsoft.com/office/officeart/2018/2/layout/IconLabelDescriptionList"/>
    <dgm:cxn modelId="{A4EF9CC2-C7AC-4064-8AD1-EC5E95B968E8}" type="presParOf" srcId="{DAE9D345-3D44-4F2B-ADD3-5132302276C2}" destId="{1CF070E7-D108-4BA3-92E3-38AD6A4A9EC4}" srcOrd="3" destOrd="0" presId="urn:microsoft.com/office/officeart/2018/2/layout/IconLabelDescriptionList"/>
    <dgm:cxn modelId="{BB71D90A-74E0-49FE-9C44-B21FF19422C2}" type="presParOf" srcId="{DAE9D345-3D44-4F2B-ADD3-5132302276C2}" destId="{74AE4CE8-0A1F-4039-A958-BDB28922D47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187B96F-0702-4ED8-A7D9-553458B4216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C6A379E-86B5-4347-8BD4-BBF20DAA5E92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b="1" dirty="0"/>
            <a:t>Target High-Risk Operational Areas</a:t>
          </a:r>
          <a:r>
            <a:rPr lang="en-US" sz="1600" dirty="0"/>
            <a:t>.</a:t>
          </a:r>
        </a:p>
      </dgm:t>
    </dgm:pt>
    <dgm:pt modelId="{B4C350D3-36D4-49B6-98CA-8863F6EBA95E}" type="parTrans" cxnId="{BFD04EB9-E5C2-46A2-88D7-55273452258B}">
      <dgm:prSet/>
      <dgm:spPr/>
      <dgm:t>
        <a:bodyPr/>
        <a:lstStyle/>
        <a:p>
          <a:endParaRPr lang="en-US"/>
        </a:p>
      </dgm:t>
    </dgm:pt>
    <dgm:pt modelId="{A2AB5F4E-6980-4390-9F9A-492C4BF8C072}" type="sibTrans" cxnId="{BFD04EB9-E5C2-46A2-88D7-55273452258B}">
      <dgm:prSet/>
      <dgm:spPr/>
      <dgm:t>
        <a:bodyPr/>
        <a:lstStyle/>
        <a:p>
          <a:endParaRPr lang="en-US"/>
        </a:p>
      </dgm:t>
    </dgm:pt>
    <dgm:pt modelId="{33E79361-D52E-4279-AA58-01EC5EBCD5F2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400" b="1" dirty="0"/>
            <a:t>• Enhance Route-Level Performance• Strengthen Customer Experience &amp; Refund Governance.</a:t>
          </a:r>
        </a:p>
      </dgm:t>
    </dgm:pt>
    <dgm:pt modelId="{8C4B2D76-C0BD-449A-9136-D57931E551AD}" type="parTrans" cxnId="{82BDECC0-E1E8-4C52-A6CB-98A6B1AFBC2B}">
      <dgm:prSet/>
      <dgm:spPr/>
      <dgm:t>
        <a:bodyPr/>
        <a:lstStyle/>
        <a:p>
          <a:endParaRPr lang="en-US"/>
        </a:p>
      </dgm:t>
    </dgm:pt>
    <dgm:pt modelId="{0A940575-D5DF-4E4B-A7D4-C7F2ECA52118}" type="sibTrans" cxnId="{82BDECC0-E1E8-4C52-A6CB-98A6B1AFBC2B}">
      <dgm:prSet/>
      <dgm:spPr/>
      <dgm:t>
        <a:bodyPr/>
        <a:lstStyle/>
        <a:p>
          <a:endParaRPr lang="en-US"/>
        </a:p>
      </dgm:t>
    </dgm:pt>
    <dgm:pt modelId="{52CE655C-D9A9-4832-A6AA-FD6C649C9D6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• </a:t>
          </a:r>
          <a:r>
            <a:rPr lang="en-US" b="1" dirty="0"/>
            <a:t>Improve Forecasting &amp; Automation</a:t>
          </a:r>
          <a:r>
            <a:rPr lang="en-US" dirty="0"/>
            <a:t>.</a:t>
          </a:r>
        </a:p>
      </dgm:t>
    </dgm:pt>
    <dgm:pt modelId="{1B000721-0600-4163-976B-E61A2453AE61}" type="parTrans" cxnId="{198A7D45-4882-4764-85F5-3D7F500A907F}">
      <dgm:prSet/>
      <dgm:spPr/>
      <dgm:t>
        <a:bodyPr/>
        <a:lstStyle/>
        <a:p>
          <a:endParaRPr lang="en-US"/>
        </a:p>
      </dgm:t>
    </dgm:pt>
    <dgm:pt modelId="{2ED54CB6-304B-4A0C-AA36-83F965E7FC68}" type="sibTrans" cxnId="{198A7D45-4882-4764-85F5-3D7F500A907F}">
      <dgm:prSet/>
      <dgm:spPr/>
      <dgm:t>
        <a:bodyPr/>
        <a:lstStyle/>
        <a:p>
          <a:endParaRPr lang="en-US"/>
        </a:p>
      </dgm:t>
    </dgm:pt>
    <dgm:pt modelId="{42A8EF7D-285D-4246-B133-A7C9FB0DED2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• </a:t>
          </a:r>
          <a:r>
            <a:rPr lang="en-US" b="1" dirty="0"/>
            <a:t>Build a Customer-Centric Performance Culture</a:t>
          </a:r>
          <a:r>
            <a:rPr lang="en-US" dirty="0"/>
            <a:t>.</a:t>
          </a:r>
        </a:p>
      </dgm:t>
    </dgm:pt>
    <dgm:pt modelId="{77348AF8-C965-4220-89B6-F738D1CC04F3}" type="parTrans" cxnId="{5CC78C2A-EB37-4DF6-86CE-D0FE5DBEE381}">
      <dgm:prSet/>
      <dgm:spPr/>
      <dgm:t>
        <a:bodyPr/>
        <a:lstStyle/>
        <a:p>
          <a:endParaRPr lang="en-US"/>
        </a:p>
      </dgm:t>
    </dgm:pt>
    <dgm:pt modelId="{F78082C0-0302-4617-BE99-947BB0D3040E}" type="sibTrans" cxnId="{5CC78C2A-EB37-4DF6-86CE-D0FE5DBEE381}">
      <dgm:prSet/>
      <dgm:spPr/>
      <dgm:t>
        <a:bodyPr/>
        <a:lstStyle/>
        <a:p>
          <a:endParaRPr lang="en-US"/>
        </a:p>
      </dgm:t>
    </dgm:pt>
    <dgm:pt modelId="{AF575045-95EF-4C7F-B1E3-9F4A5072B2AC}" type="pres">
      <dgm:prSet presAssocID="{3187B96F-0702-4ED8-A7D9-553458B42169}" presName="root" presStyleCnt="0">
        <dgm:presLayoutVars>
          <dgm:dir/>
          <dgm:resizeHandles val="exact"/>
        </dgm:presLayoutVars>
      </dgm:prSet>
      <dgm:spPr/>
    </dgm:pt>
    <dgm:pt modelId="{F9C07AC2-80C7-47C8-A8F9-D05D9E77C5FA}" type="pres">
      <dgm:prSet presAssocID="{7C6A379E-86B5-4347-8BD4-BBF20DAA5E92}" presName="compNode" presStyleCnt="0"/>
      <dgm:spPr/>
    </dgm:pt>
    <dgm:pt modelId="{014832D4-C0E1-4681-A08D-125EA52F7109}" type="pres">
      <dgm:prSet presAssocID="{7C6A379E-86B5-4347-8BD4-BBF20DAA5E92}" presName="iconBgRect" presStyleLbl="bgShp" presStyleIdx="0" presStyleCnt="4"/>
      <dgm:spPr/>
    </dgm:pt>
    <dgm:pt modelId="{444129BB-BCD4-4635-856E-F156E7E9DF6C}" type="pres">
      <dgm:prSet presAssocID="{7C6A379E-86B5-4347-8BD4-BBF20DAA5E9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93EF36CB-F13D-4503-B4BC-619F6657C740}" type="pres">
      <dgm:prSet presAssocID="{7C6A379E-86B5-4347-8BD4-BBF20DAA5E92}" presName="spaceRect" presStyleCnt="0"/>
      <dgm:spPr/>
    </dgm:pt>
    <dgm:pt modelId="{9ECC93B8-EAFE-4905-A63B-08B7D7016A8B}" type="pres">
      <dgm:prSet presAssocID="{7C6A379E-86B5-4347-8BD4-BBF20DAA5E92}" presName="textRect" presStyleLbl="revTx" presStyleIdx="0" presStyleCnt="4">
        <dgm:presLayoutVars>
          <dgm:chMax val="1"/>
          <dgm:chPref val="1"/>
        </dgm:presLayoutVars>
      </dgm:prSet>
      <dgm:spPr/>
    </dgm:pt>
    <dgm:pt modelId="{A02A5B7D-D103-4FA1-83C1-8DD83991FE87}" type="pres">
      <dgm:prSet presAssocID="{A2AB5F4E-6980-4390-9F9A-492C4BF8C072}" presName="sibTrans" presStyleCnt="0"/>
      <dgm:spPr/>
    </dgm:pt>
    <dgm:pt modelId="{42FA4F26-ED73-4204-8A05-F36FBF4D389C}" type="pres">
      <dgm:prSet presAssocID="{33E79361-D52E-4279-AA58-01EC5EBCD5F2}" presName="compNode" presStyleCnt="0"/>
      <dgm:spPr/>
    </dgm:pt>
    <dgm:pt modelId="{40BA8E2D-BF29-4495-AF34-72C1ECCEFBB7}" type="pres">
      <dgm:prSet presAssocID="{33E79361-D52E-4279-AA58-01EC5EBCD5F2}" presName="iconBgRect" presStyleLbl="bgShp" presStyleIdx="1" presStyleCnt="4"/>
      <dgm:spPr/>
    </dgm:pt>
    <dgm:pt modelId="{AEC85B16-9C49-4C1C-A415-89B93EEB56FC}" type="pres">
      <dgm:prSet presAssocID="{33E79361-D52E-4279-AA58-01EC5EBCD5F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322C5881-2559-4AF9-9BE1-DC6EC1D758C2}" type="pres">
      <dgm:prSet presAssocID="{33E79361-D52E-4279-AA58-01EC5EBCD5F2}" presName="spaceRect" presStyleCnt="0"/>
      <dgm:spPr/>
    </dgm:pt>
    <dgm:pt modelId="{E89F56BD-BF2F-457E-93AD-3152C12071AB}" type="pres">
      <dgm:prSet presAssocID="{33E79361-D52E-4279-AA58-01EC5EBCD5F2}" presName="textRect" presStyleLbl="revTx" presStyleIdx="1" presStyleCnt="4">
        <dgm:presLayoutVars>
          <dgm:chMax val="1"/>
          <dgm:chPref val="1"/>
        </dgm:presLayoutVars>
      </dgm:prSet>
      <dgm:spPr/>
    </dgm:pt>
    <dgm:pt modelId="{360126B6-0EFD-450D-9844-4DDD8813AB9D}" type="pres">
      <dgm:prSet presAssocID="{0A940575-D5DF-4E4B-A7D4-C7F2ECA52118}" presName="sibTrans" presStyleCnt="0"/>
      <dgm:spPr/>
    </dgm:pt>
    <dgm:pt modelId="{7F2520E7-FAB5-40AD-B72D-FCFB6B878F80}" type="pres">
      <dgm:prSet presAssocID="{52CE655C-D9A9-4832-A6AA-FD6C649C9D67}" presName="compNode" presStyleCnt="0"/>
      <dgm:spPr/>
    </dgm:pt>
    <dgm:pt modelId="{9C4AF39B-B0E9-490B-871B-5B4316A9CCA4}" type="pres">
      <dgm:prSet presAssocID="{52CE655C-D9A9-4832-A6AA-FD6C649C9D67}" presName="iconBgRect" presStyleLbl="bgShp" presStyleIdx="2" presStyleCnt="4"/>
      <dgm:spPr/>
    </dgm:pt>
    <dgm:pt modelId="{43340B32-021A-4D9E-997C-E78FB0BD115E}" type="pres">
      <dgm:prSet presAssocID="{52CE655C-D9A9-4832-A6AA-FD6C649C9D6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0680B4C1-078F-468D-8153-6A686AED1DF2}" type="pres">
      <dgm:prSet presAssocID="{52CE655C-D9A9-4832-A6AA-FD6C649C9D67}" presName="spaceRect" presStyleCnt="0"/>
      <dgm:spPr/>
    </dgm:pt>
    <dgm:pt modelId="{6BAE4E10-5428-4726-92FD-FED66E69FD54}" type="pres">
      <dgm:prSet presAssocID="{52CE655C-D9A9-4832-A6AA-FD6C649C9D67}" presName="textRect" presStyleLbl="revTx" presStyleIdx="2" presStyleCnt="4">
        <dgm:presLayoutVars>
          <dgm:chMax val="1"/>
          <dgm:chPref val="1"/>
        </dgm:presLayoutVars>
      </dgm:prSet>
      <dgm:spPr/>
    </dgm:pt>
    <dgm:pt modelId="{A754ED02-EE15-4CA3-8BA6-4683CC3CD7C2}" type="pres">
      <dgm:prSet presAssocID="{2ED54CB6-304B-4A0C-AA36-83F965E7FC68}" presName="sibTrans" presStyleCnt="0"/>
      <dgm:spPr/>
    </dgm:pt>
    <dgm:pt modelId="{462044C8-7FDA-4D18-A033-BC31BF7C5AA0}" type="pres">
      <dgm:prSet presAssocID="{42A8EF7D-285D-4246-B133-A7C9FB0DED20}" presName="compNode" presStyleCnt="0"/>
      <dgm:spPr/>
    </dgm:pt>
    <dgm:pt modelId="{73252C37-C64E-4605-B969-AB9EB9B64AD4}" type="pres">
      <dgm:prSet presAssocID="{42A8EF7D-285D-4246-B133-A7C9FB0DED20}" presName="iconBgRect" presStyleLbl="bgShp" presStyleIdx="3" presStyleCnt="4"/>
      <dgm:spPr/>
    </dgm:pt>
    <dgm:pt modelId="{D8910772-FB7A-47F4-BA2E-83DADAF3D2FA}" type="pres">
      <dgm:prSet presAssocID="{42A8EF7D-285D-4246-B133-A7C9FB0DED2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75F3FE7D-E034-4F85-939C-4913706C7CE1}" type="pres">
      <dgm:prSet presAssocID="{42A8EF7D-285D-4246-B133-A7C9FB0DED20}" presName="spaceRect" presStyleCnt="0"/>
      <dgm:spPr/>
    </dgm:pt>
    <dgm:pt modelId="{D84DFC44-89E8-4851-963F-7966D05C5328}" type="pres">
      <dgm:prSet presAssocID="{42A8EF7D-285D-4246-B133-A7C9FB0DED2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0FDE015-DF6D-4DFB-BFF9-2C62E52E5F7C}" type="presOf" srcId="{7C6A379E-86B5-4347-8BD4-BBF20DAA5E92}" destId="{9ECC93B8-EAFE-4905-A63B-08B7D7016A8B}" srcOrd="0" destOrd="0" presId="urn:microsoft.com/office/officeart/2018/5/layout/IconCircleLabelList"/>
    <dgm:cxn modelId="{F27B5524-4CCD-46B8-8484-F27E8ADA663A}" type="presOf" srcId="{3187B96F-0702-4ED8-A7D9-553458B42169}" destId="{AF575045-95EF-4C7F-B1E3-9F4A5072B2AC}" srcOrd="0" destOrd="0" presId="urn:microsoft.com/office/officeart/2018/5/layout/IconCircleLabelList"/>
    <dgm:cxn modelId="{5CC78C2A-EB37-4DF6-86CE-D0FE5DBEE381}" srcId="{3187B96F-0702-4ED8-A7D9-553458B42169}" destId="{42A8EF7D-285D-4246-B133-A7C9FB0DED20}" srcOrd="3" destOrd="0" parTransId="{77348AF8-C965-4220-89B6-F738D1CC04F3}" sibTransId="{F78082C0-0302-4617-BE99-947BB0D3040E}"/>
    <dgm:cxn modelId="{6D7ED364-5443-4E5C-B174-09B28894B68A}" type="presOf" srcId="{52CE655C-D9A9-4832-A6AA-FD6C649C9D67}" destId="{6BAE4E10-5428-4726-92FD-FED66E69FD54}" srcOrd="0" destOrd="0" presId="urn:microsoft.com/office/officeart/2018/5/layout/IconCircleLabelList"/>
    <dgm:cxn modelId="{198A7D45-4882-4764-85F5-3D7F500A907F}" srcId="{3187B96F-0702-4ED8-A7D9-553458B42169}" destId="{52CE655C-D9A9-4832-A6AA-FD6C649C9D67}" srcOrd="2" destOrd="0" parTransId="{1B000721-0600-4163-976B-E61A2453AE61}" sibTransId="{2ED54CB6-304B-4A0C-AA36-83F965E7FC68}"/>
    <dgm:cxn modelId="{992FC474-1C1D-4FFD-8441-6902A3697E03}" type="presOf" srcId="{33E79361-D52E-4279-AA58-01EC5EBCD5F2}" destId="{E89F56BD-BF2F-457E-93AD-3152C12071AB}" srcOrd="0" destOrd="0" presId="urn:microsoft.com/office/officeart/2018/5/layout/IconCircleLabelList"/>
    <dgm:cxn modelId="{F406A390-6C1F-41D8-8002-65FD08FBB1B9}" type="presOf" srcId="{42A8EF7D-285D-4246-B133-A7C9FB0DED20}" destId="{D84DFC44-89E8-4851-963F-7966D05C5328}" srcOrd="0" destOrd="0" presId="urn:microsoft.com/office/officeart/2018/5/layout/IconCircleLabelList"/>
    <dgm:cxn modelId="{BFD04EB9-E5C2-46A2-88D7-55273452258B}" srcId="{3187B96F-0702-4ED8-A7D9-553458B42169}" destId="{7C6A379E-86B5-4347-8BD4-BBF20DAA5E92}" srcOrd="0" destOrd="0" parTransId="{B4C350D3-36D4-49B6-98CA-8863F6EBA95E}" sibTransId="{A2AB5F4E-6980-4390-9F9A-492C4BF8C072}"/>
    <dgm:cxn modelId="{82BDECC0-E1E8-4C52-A6CB-98A6B1AFBC2B}" srcId="{3187B96F-0702-4ED8-A7D9-553458B42169}" destId="{33E79361-D52E-4279-AA58-01EC5EBCD5F2}" srcOrd="1" destOrd="0" parTransId="{8C4B2D76-C0BD-449A-9136-D57931E551AD}" sibTransId="{0A940575-D5DF-4E4B-A7D4-C7F2ECA52118}"/>
    <dgm:cxn modelId="{88547A41-1681-40E4-B976-62BB2C0EECBC}" type="presParOf" srcId="{AF575045-95EF-4C7F-B1E3-9F4A5072B2AC}" destId="{F9C07AC2-80C7-47C8-A8F9-D05D9E77C5FA}" srcOrd="0" destOrd="0" presId="urn:microsoft.com/office/officeart/2018/5/layout/IconCircleLabelList"/>
    <dgm:cxn modelId="{43F85A2F-1AAA-45AC-80F4-9149B8FE98F1}" type="presParOf" srcId="{F9C07AC2-80C7-47C8-A8F9-D05D9E77C5FA}" destId="{014832D4-C0E1-4681-A08D-125EA52F7109}" srcOrd="0" destOrd="0" presId="urn:microsoft.com/office/officeart/2018/5/layout/IconCircleLabelList"/>
    <dgm:cxn modelId="{2ED074FA-C9BC-4303-AA72-5907451F767D}" type="presParOf" srcId="{F9C07AC2-80C7-47C8-A8F9-D05D9E77C5FA}" destId="{444129BB-BCD4-4635-856E-F156E7E9DF6C}" srcOrd="1" destOrd="0" presId="urn:microsoft.com/office/officeart/2018/5/layout/IconCircleLabelList"/>
    <dgm:cxn modelId="{DC51BB11-6621-4909-BBF4-82A968DD8279}" type="presParOf" srcId="{F9C07AC2-80C7-47C8-A8F9-D05D9E77C5FA}" destId="{93EF36CB-F13D-4503-B4BC-619F6657C740}" srcOrd="2" destOrd="0" presId="urn:microsoft.com/office/officeart/2018/5/layout/IconCircleLabelList"/>
    <dgm:cxn modelId="{6BD77A5F-457B-4331-883B-7C93ABCA61A7}" type="presParOf" srcId="{F9C07AC2-80C7-47C8-A8F9-D05D9E77C5FA}" destId="{9ECC93B8-EAFE-4905-A63B-08B7D7016A8B}" srcOrd="3" destOrd="0" presId="urn:microsoft.com/office/officeart/2018/5/layout/IconCircleLabelList"/>
    <dgm:cxn modelId="{72643191-60DA-4BD9-BC39-63A90326F610}" type="presParOf" srcId="{AF575045-95EF-4C7F-B1E3-9F4A5072B2AC}" destId="{A02A5B7D-D103-4FA1-83C1-8DD83991FE87}" srcOrd="1" destOrd="0" presId="urn:microsoft.com/office/officeart/2018/5/layout/IconCircleLabelList"/>
    <dgm:cxn modelId="{E078AC9B-B42A-4BD6-BEEE-EAA281D89129}" type="presParOf" srcId="{AF575045-95EF-4C7F-B1E3-9F4A5072B2AC}" destId="{42FA4F26-ED73-4204-8A05-F36FBF4D389C}" srcOrd="2" destOrd="0" presId="urn:microsoft.com/office/officeart/2018/5/layout/IconCircleLabelList"/>
    <dgm:cxn modelId="{5D88325A-BAFF-4C9F-A3CB-87024D969BFE}" type="presParOf" srcId="{42FA4F26-ED73-4204-8A05-F36FBF4D389C}" destId="{40BA8E2D-BF29-4495-AF34-72C1ECCEFBB7}" srcOrd="0" destOrd="0" presId="urn:microsoft.com/office/officeart/2018/5/layout/IconCircleLabelList"/>
    <dgm:cxn modelId="{170BCC83-157C-4433-BFF2-C78569DEA615}" type="presParOf" srcId="{42FA4F26-ED73-4204-8A05-F36FBF4D389C}" destId="{AEC85B16-9C49-4C1C-A415-89B93EEB56FC}" srcOrd="1" destOrd="0" presId="urn:microsoft.com/office/officeart/2018/5/layout/IconCircleLabelList"/>
    <dgm:cxn modelId="{03C00F63-C214-48D3-B9A2-96FB8E3E0B8A}" type="presParOf" srcId="{42FA4F26-ED73-4204-8A05-F36FBF4D389C}" destId="{322C5881-2559-4AF9-9BE1-DC6EC1D758C2}" srcOrd="2" destOrd="0" presId="urn:microsoft.com/office/officeart/2018/5/layout/IconCircleLabelList"/>
    <dgm:cxn modelId="{2C2C38BB-FB66-4FC7-B1D5-8AF3F78FA4A6}" type="presParOf" srcId="{42FA4F26-ED73-4204-8A05-F36FBF4D389C}" destId="{E89F56BD-BF2F-457E-93AD-3152C12071AB}" srcOrd="3" destOrd="0" presId="urn:microsoft.com/office/officeart/2018/5/layout/IconCircleLabelList"/>
    <dgm:cxn modelId="{1860E0D7-80E2-470F-93A8-379E44B34C7D}" type="presParOf" srcId="{AF575045-95EF-4C7F-B1E3-9F4A5072B2AC}" destId="{360126B6-0EFD-450D-9844-4DDD8813AB9D}" srcOrd="3" destOrd="0" presId="urn:microsoft.com/office/officeart/2018/5/layout/IconCircleLabelList"/>
    <dgm:cxn modelId="{8D506E16-9E20-4A9C-BC3F-D67F500F8202}" type="presParOf" srcId="{AF575045-95EF-4C7F-B1E3-9F4A5072B2AC}" destId="{7F2520E7-FAB5-40AD-B72D-FCFB6B878F80}" srcOrd="4" destOrd="0" presId="urn:microsoft.com/office/officeart/2018/5/layout/IconCircleLabelList"/>
    <dgm:cxn modelId="{EE092040-2A2A-43D6-96D2-4A1BEBFA5F14}" type="presParOf" srcId="{7F2520E7-FAB5-40AD-B72D-FCFB6B878F80}" destId="{9C4AF39B-B0E9-490B-871B-5B4316A9CCA4}" srcOrd="0" destOrd="0" presId="urn:microsoft.com/office/officeart/2018/5/layout/IconCircleLabelList"/>
    <dgm:cxn modelId="{965FE9BF-4EEF-453F-9B61-35F0F1DFB4C9}" type="presParOf" srcId="{7F2520E7-FAB5-40AD-B72D-FCFB6B878F80}" destId="{43340B32-021A-4D9E-997C-E78FB0BD115E}" srcOrd="1" destOrd="0" presId="urn:microsoft.com/office/officeart/2018/5/layout/IconCircleLabelList"/>
    <dgm:cxn modelId="{E7B5694A-F28D-4D74-8C37-F2882601FB26}" type="presParOf" srcId="{7F2520E7-FAB5-40AD-B72D-FCFB6B878F80}" destId="{0680B4C1-078F-468D-8153-6A686AED1DF2}" srcOrd="2" destOrd="0" presId="urn:microsoft.com/office/officeart/2018/5/layout/IconCircleLabelList"/>
    <dgm:cxn modelId="{1B6B79D3-CAF4-4A6A-A4E0-55986AC5478B}" type="presParOf" srcId="{7F2520E7-FAB5-40AD-B72D-FCFB6B878F80}" destId="{6BAE4E10-5428-4726-92FD-FED66E69FD54}" srcOrd="3" destOrd="0" presId="urn:microsoft.com/office/officeart/2018/5/layout/IconCircleLabelList"/>
    <dgm:cxn modelId="{DBC85D15-1636-479B-8950-FDC03ACB1644}" type="presParOf" srcId="{AF575045-95EF-4C7F-B1E3-9F4A5072B2AC}" destId="{A754ED02-EE15-4CA3-8BA6-4683CC3CD7C2}" srcOrd="5" destOrd="0" presId="urn:microsoft.com/office/officeart/2018/5/layout/IconCircleLabelList"/>
    <dgm:cxn modelId="{57D9CE26-7638-43F6-BC05-3B95DDA89EA2}" type="presParOf" srcId="{AF575045-95EF-4C7F-B1E3-9F4A5072B2AC}" destId="{462044C8-7FDA-4D18-A033-BC31BF7C5AA0}" srcOrd="6" destOrd="0" presId="urn:microsoft.com/office/officeart/2018/5/layout/IconCircleLabelList"/>
    <dgm:cxn modelId="{B104EEB9-E927-438C-8E8E-358DB1DC2F3F}" type="presParOf" srcId="{462044C8-7FDA-4D18-A033-BC31BF7C5AA0}" destId="{73252C37-C64E-4605-B969-AB9EB9B64AD4}" srcOrd="0" destOrd="0" presId="urn:microsoft.com/office/officeart/2018/5/layout/IconCircleLabelList"/>
    <dgm:cxn modelId="{6E8B93D0-227B-4C22-9BD3-E59F146B909C}" type="presParOf" srcId="{462044C8-7FDA-4D18-A033-BC31BF7C5AA0}" destId="{D8910772-FB7A-47F4-BA2E-83DADAF3D2FA}" srcOrd="1" destOrd="0" presId="urn:microsoft.com/office/officeart/2018/5/layout/IconCircleLabelList"/>
    <dgm:cxn modelId="{7C38E824-D8E3-41EC-8B50-DF1AB098E322}" type="presParOf" srcId="{462044C8-7FDA-4D18-A033-BC31BF7C5AA0}" destId="{75F3FE7D-E034-4F85-939C-4913706C7CE1}" srcOrd="2" destOrd="0" presId="urn:microsoft.com/office/officeart/2018/5/layout/IconCircleLabelList"/>
    <dgm:cxn modelId="{ED6BCC71-0331-4C27-AEEA-BA3438FDCBFD}" type="presParOf" srcId="{462044C8-7FDA-4D18-A033-BC31BF7C5AA0}" destId="{D84DFC44-89E8-4851-963F-7966D05C532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D3ECB66-4BB9-4307-9E4E-6B2315C839D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0B4B78F-5AAE-41B8-B5E1-16EF159D871B}">
      <dgm:prSet custT="1"/>
      <dgm:spPr/>
      <dgm:t>
        <a:bodyPr/>
        <a:lstStyle/>
        <a:p>
          <a:pPr>
            <a:defRPr cap="all"/>
          </a:pPr>
          <a:r>
            <a:rPr lang="en-US" sz="1800" dirty="0"/>
            <a:t>• Real-time visibility across routes and journey performance.</a:t>
          </a:r>
        </a:p>
      </dgm:t>
    </dgm:pt>
    <dgm:pt modelId="{FA13E5C6-7210-4A40-9504-D04BA8725A1F}" type="parTrans" cxnId="{28189E35-8CD6-4265-BF7E-D111AF5D9680}">
      <dgm:prSet/>
      <dgm:spPr/>
      <dgm:t>
        <a:bodyPr/>
        <a:lstStyle/>
        <a:p>
          <a:endParaRPr lang="en-US"/>
        </a:p>
      </dgm:t>
    </dgm:pt>
    <dgm:pt modelId="{155ACEB9-E36D-43A8-A6C0-54C8A7903F5C}" type="sibTrans" cxnId="{28189E35-8CD6-4265-BF7E-D111AF5D9680}">
      <dgm:prSet/>
      <dgm:spPr/>
      <dgm:t>
        <a:bodyPr/>
        <a:lstStyle/>
        <a:p>
          <a:endParaRPr lang="en-US"/>
        </a:p>
      </dgm:t>
    </dgm:pt>
    <dgm:pt modelId="{D715E2C8-AB37-49A2-9617-D83144B02D36}">
      <dgm:prSet/>
      <dgm:spPr/>
      <dgm:t>
        <a:bodyPr/>
        <a:lstStyle/>
        <a:p>
          <a:pPr>
            <a:defRPr cap="all"/>
          </a:pPr>
          <a:r>
            <a:rPr lang="en-US"/>
            <a:t>• Predictive disruption and refund risk indicators.</a:t>
          </a:r>
        </a:p>
      </dgm:t>
    </dgm:pt>
    <dgm:pt modelId="{BD32DCA5-0D48-4384-B31F-AF5559EF28AA}" type="parTrans" cxnId="{7F0C7C46-B382-4D93-B9A2-A744DFB9D243}">
      <dgm:prSet/>
      <dgm:spPr/>
      <dgm:t>
        <a:bodyPr/>
        <a:lstStyle/>
        <a:p>
          <a:endParaRPr lang="en-US"/>
        </a:p>
      </dgm:t>
    </dgm:pt>
    <dgm:pt modelId="{3EDFFEBA-B207-4DAD-803E-CD527D0F969E}" type="sibTrans" cxnId="{7F0C7C46-B382-4D93-B9A2-A744DFB9D243}">
      <dgm:prSet/>
      <dgm:spPr/>
      <dgm:t>
        <a:bodyPr/>
        <a:lstStyle/>
        <a:p>
          <a:endParaRPr lang="en-US"/>
        </a:p>
      </dgm:t>
    </dgm:pt>
    <dgm:pt modelId="{B7CA8BB5-0527-46A4-AEB0-09DA73CA2AF4}">
      <dgm:prSet/>
      <dgm:spPr/>
      <dgm:t>
        <a:bodyPr/>
        <a:lstStyle/>
        <a:p>
          <a:pPr>
            <a:defRPr cap="all"/>
          </a:pPr>
          <a:r>
            <a:rPr lang="en-US"/>
            <a:t>• Stronger governance over refunds and customer satisfaction.</a:t>
          </a:r>
        </a:p>
      </dgm:t>
    </dgm:pt>
    <dgm:pt modelId="{E1D18EB8-0D94-40B5-B410-C96FBBCB4530}" type="parTrans" cxnId="{3D887AC8-4C98-4104-82A7-04C211CCBAAA}">
      <dgm:prSet/>
      <dgm:spPr/>
      <dgm:t>
        <a:bodyPr/>
        <a:lstStyle/>
        <a:p>
          <a:endParaRPr lang="en-US"/>
        </a:p>
      </dgm:t>
    </dgm:pt>
    <dgm:pt modelId="{833799AF-114C-42A2-88ED-078A25DE7E9B}" type="sibTrans" cxnId="{3D887AC8-4C98-4104-82A7-04C211CCBAAA}">
      <dgm:prSet/>
      <dgm:spPr/>
      <dgm:t>
        <a:bodyPr/>
        <a:lstStyle/>
        <a:p>
          <a:endParaRPr lang="en-US"/>
        </a:p>
      </dgm:t>
    </dgm:pt>
    <dgm:pt modelId="{B852A021-BC4F-420A-A8AD-9F266FC8F86A}">
      <dgm:prSet/>
      <dgm:spPr/>
      <dgm:t>
        <a:bodyPr/>
        <a:lstStyle/>
        <a:p>
          <a:pPr>
            <a:defRPr cap="all"/>
          </a:pPr>
          <a:r>
            <a:rPr lang="en-US"/>
            <a:t>• Improved operational planning and resource allocation.</a:t>
          </a:r>
        </a:p>
      </dgm:t>
    </dgm:pt>
    <dgm:pt modelId="{B5C4FB6A-6063-48A9-84DE-5EBB6EFF5196}" type="parTrans" cxnId="{A9CCE9D5-3150-410B-8F8F-D02227FEE1D1}">
      <dgm:prSet/>
      <dgm:spPr/>
      <dgm:t>
        <a:bodyPr/>
        <a:lstStyle/>
        <a:p>
          <a:endParaRPr lang="en-US"/>
        </a:p>
      </dgm:t>
    </dgm:pt>
    <dgm:pt modelId="{265C4B25-776D-4366-BE54-FE10B75B9F22}" type="sibTrans" cxnId="{A9CCE9D5-3150-410B-8F8F-D02227FEE1D1}">
      <dgm:prSet/>
      <dgm:spPr/>
      <dgm:t>
        <a:bodyPr/>
        <a:lstStyle/>
        <a:p>
          <a:endParaRPr lang="en-US"/>
        </a:p>
      </dgm:t>
    </dgm:pt>
    <dgm:pt modelId="{BC2AD0FA-273C-4CF7-A00A-E2B58FF3CD36}" type="pres">
      <dgm:prSet presAssocID="{1D3ECB66-4BB9-4307-9E4E-6B2315C839DB}" presName="root" presStyleCnt="0">
        <dgm:presLayoutVars>
          <dgm:dir/>
          <dgm:resizeHandles val="exact"/>
        </dgm:presLayoutVars>
      </dgm:prSet>
      <dgm:spPr/>
    </dgm:pt>
    <dgm:pt modelId="{F6B4F4A0-065C-498C-9A88-EA95796CC7DD}" type="pres">
      <dgm:prSet presAssocID="{90B4B78F-5AAE-41B8-B5E1-16EF159D871B}" presName="compNode" presStyleCnt="0"/>
      <dgm:spPr/>
    </dgm:pt>
    <dgm:pt modelId="{89A618F2-946B-4DBB-89CE-13F7BD6BA040}" type="pres">
      <dgm:prSet presAssocID="{90B4B78F-5AAE-41B8-B5E1-16EF159D871B}" presName="iconBgRect" presStyleLbl="bgShp" presStyleIdx="0" presStyleCnt="4"/>
      <dgm:spPr/>
    </dgm:pt>
    <dgm:pt modelId="{32ECB2C2-1FF8-4FB4-AB73-8BE57BEA64EC}" type="pres">
      <dgm:prSet presAssocID="{90B4B78F-5AAE-41B8-B5E1-16EF159D871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ass"/>
        </a:ext>
      </dgm:extLst>
    </dgm:pt>
    <dgm:pt modelId="{1CDB6E60-CE3D-44AC-B50B-95B04BDB4AC7}" type="pres">
      <dgm:prSet presAssocID="{90B4B78F-5AAE-41B8-B5E1-16EF159D871B}" presName="spaceRect" presStyleCnt="0"/>
      <dgm:spPr/>
    </dgm:pt>
    <dgm:pt modelId="{5C5A512C-90C6-4164-B991-75FD568C40EF}" type="pres">
      <dgm:prSet presAssocID="{90B4B78F-5AAE-41B8-B5E1-16EF159D871B}" presName="textRect" presStyleLbl="revTx" presStyleIdx="0" presStyleCnt="4">
        <dgm:presLayoutVars>
          <dgm:chMax val="1"/>
          <dgm:chPref val="1"/>
        </dgm:presLayoutVars>
      </dgm:prSet>
      <dgm:spPr/>
    </dgm:pt>
    <dgm:pt modelId="{C70937AB-73F2-4785-B1C9-608F28CF5B15}" type="pres">
      <dgm:prSet presAssocID="{155ACEB9-E36D-43A8-A6C0-54C8A7903F5C}" presName="sibTrans" presStyleCnt="0"/>
      <dgm:spPr/>
    </dgm:pt>
    <dgm:pt modelId="{69F1A2BA-3F58-4A7D-836B-A90DD0A70216}" type="pres">
      <dgm:prSet presAssocID="{D715E2C8-AB37-49A2-9617-D83144B02D36}" presName="compNode" presStyleCnt="0"/>
      <dgm:spPr/>
    </dgm:pt>
    <dgm:pt modelId="{FCE603E2-DC72-46DB-882A-EB10FC95D085}" type="pres">
      <dgm:prSet presAssocID="{D715E2C8-AB37-49A2-9617-D83144B02D36}" presName="iconBgRect" presStyleLbl="bgShp" presStyleIdx="1" presStyleCnt="4"/>
      <dgm:spPr/>
    </dgm:pt>
    <dgm:pt modelId="{E2EF9737-63C0-449F-990F-61F3638E46AD}" type="pres">
      <dgm:prSet presAssocID="{D715E2C8-AB37-49A2-9617-D83144B02D3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15011A49-3918-4550-93DF-F55CD05451D2}" type="pres">
      <dgm:prSet presAssocID="{D715E2C8-AB37-49A2-9617-D83144B02D36}" presName="spaceRect" presStyleCnt="0"/>
      <dgm:spPr/>
    </dgm:pt>
    <dgm:pt modelId="{C197E439-8829-45EA-A488-88818DE634DB}" type="pres">
      <dgm:prSet presAssocID="{D715E2C8-AB37-49A2-9617-D83144B02D36}" presName="textRect" presStyleLbl="revTx" presStyleIdx="1" presStyleCnt="4">
        <dgm:presLayoutVars>
          <dgm:chMax val="1"/>
          <dgm:chPref val="1"/>
        </dgm:presLayoutVars>
      </dgm:prSet>
      <dgm:spPr/>
    </dgm:pt>
    <dgm:pt modelId="{6F8C6AD0-5BDF-4631-A858-FD62E34FE242}" type="pres">
      <dgm:prSet presAssocID="{3EDFFEBA-B207-4DAD-803E-CD527D0F969E}" presName="sibTrans" presStyleCnt="0"/>
      <dgm:spPr/>
    </dgm:pt>
    <dgm:pt modelId="{4B11BF51-FF55-41C6-8129-DBC9376BC911}" type="pres">
      <dgm:prSet presAssocID="{B7CA8BB5-0527-46A4-AEB0-09DA73CA2AF4}" presName="compNode" presStyleCnt="0"/>
      <dgm:spPr/>
    </dgm:pt>
    <dgm:pt modelId="{27D1416A-B77F-4F43-BF69-5CE99BF33651}" type="pres">
      <dgm:prSet presAssocID="{B7CA8BB5-0527-46A4-AEB0-09DA73CA2AF4}" presName="iconBgRect" presStyleLbl="bgShp" presStyleIdx="2" presStyleCnt="4"/>
      <dgm:spPr/>
    </dgm:pt>
    <dgm:pt modelId="{3D1CF9A1-6EA4-41DD-8ABC-394FB05DCEE7}" type="pres">
      <dgm:prSet presAssocID="{B7CA8BB5-0527-46A4-AEB0-09DA73CA2AF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6CA14DB2-4CAF-40C7-95A9-D51B58B7591D}" type="pres">
      <dgm:prSet presAssocID="{B7CA8BB5-0527-46A4-AEB0-09DA73CA2AF4}" presName="spaceRect" presStyleCnt="0"/>
      <dgm:spPr/>
    </dgm:pt>
    <dgm:pt modelId="{EABB931D-60BB-4D2C-8969-7902CF2BAED6}" type="pres">
      <dgm:prSet presAssocID="{B7CA8BB5-0527-46A4-AEB0-09DA73CA2AF4}" presName="textRect" presStyleLbl="revTx" presStyleIdx="2" presStyleCnt="4">
        <dgm:presLayoutVars>
          <dgm:chMax val="1"/>
          <dgm:chPref val="1"/>
        </dgm:presLayoutVars>
      </dgm:prSet>
      <dgm:spPr/>
    </dgm:pt>
    <dgm:pt modelId="{C2F7B7D7-C10F-43DB-8D1F-C1EDB7574C5A}" type="pres">
      <dgm:prSet presAssocID="{833799AF-114C-42A2-88ED-078A25DE7E9B}" presName="sibTrans" presStyleCnt="0"/>
      <dgm:spPr/>
    </dgm:pt>
    <dgm:pt modelId="{47C9CED9-25F2-430A-9F16-6F98D0B7A1B9}" type="pres">
      <dgm:prSet presAssocID="{B852A021-BC4F-420A-A8AD-9F266FC8F86A}" presName="compNode" presStyleCnt="0"/>
      <dgm:spPr/>
    </dgm:pt>
    <dgm:pt modelId="{EE5FB275-E4B7-426F-8E91-8B470FBDC1F0}" type="pres">
      <dgm:prSet presAssocID="{B852A021-BC4F-420A-A8AD-9F266FC8F86A}" presName="iconBgRect" presStyleLbl="bgShp" presStyleIdx="3" presStyleCnt="4"/>
      <dgm:spPr/>
    </dgm:pt>
    <dgm:pt modelId="{19E23D34-B513-4BF7-9348-7151986074B3}" type="pres">
      <dgm:prSet presAssocID="{B852A021-BC4F-420A-A8AD-9F266FC8F86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76E0CB7-8392-45F2-ADF3-DB60436145F9}" type="pres">
      <dgm:prSet presAssocID="{B852A021-BC4F-420A-A8AD-9F266FC8F86A}" presName="spaceRect" presStyleCnt="0"/>
      <dgm:spPr/>
    </dgm:pt>
    <dgm:pt modelId="{A0356D7C-74F4-4EEB-9E19-DE0D49F24FED}" type="pres">
      <dgm:prSet presAssocID="{B852A021-BC4F-420A-A8AD-9F266FC8F86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3A74508-B581-4B73-B921-0B3ACD4C4612}" type="presOf" srcId="{90B4B78F-5AAE-41B8-B5E1-16EF159D871B}" destId="{5C5A512C-90C6-4164-B991-75FD568C40EF}" srcOrd="0" destOrd="0" presId="urn:microsoft.com/office/officeart/2018/5/layout/IconCircleLabelList"/>
    <dgm:cxn modelId="{CDD7282C-9536-401E-A1BF-432274A110B9}" type="presOf" srcId="{D715E2C8-AB37-49A2-9617-D83144B02D36}" destId="{C197E439-8829-45EA-A488-88818DE634DB}" srcOrd="0" destOrd="0" presId="urn:microsoft.com/office/officeart/2018/5/layout/IconCircleLabelList"/>
    <dgm:cxn modelId="{28189E35-8CD6-4265-BF7E-D111AF5D9680}" srcId="{1D3ECB66-4BB9-4307-9E4E-6B2315C839DB}" destId="{90B4B78F-5AAE-41B8-B5E1-16EF159D871B}" srcOrd="0" destOrd="0" parTransId="{FA13E5C6-7210-4A40-9504-D04BA8725A1F}" sibTransId="{155ACEB9-E36D-43A8-A6C0-54C8A7903F5C}"/>
    <dgm:cxn modelId="{77F49665-601A-45B2-AB17-E4B1F7D19E94}" type="presOf" srcId="{B852A021-BC4F-420A-A8AD-9F266FC8F86A}" destId="{A0356D7C-74F4-4EEB-9E19-DE0D49F24FED}" srcOrd="0" destOrd="0" presId="urn:microsoft.com/office/officeart/2018/5/layout/IconCircleLabelList"/>
    <dgm:cxn modelId="{7F0C7C46-B382-4D93-B9A2-A744DFB9D243}" srcId="{1D3ECB66-4BB9-4307-9E4E-6B2315C839DB}" destId="{D715E2C8-AB37-49A2-9617-D83144B02D36}" srcOrd="1" destOrd="0" parTransId="{BD32DCA5-0D48-4384-B31F-AF5559EF28AA}" sibTransId="{3EDFFEBA-B207-4DAD-803E-CD527D0F969E}"/>
    <dgm:cxn modelId="{DCEB9DB6-BA71-4281-86AE-FA79D00DD5FD}" type="presOf" srcId="{B7CA8BB5-0527-46A4-AEB0-09DA73CA2AF4}" destId="{EABB931D-60BB-4D2C-8969-7902CF2BAED6}" srcOrd="0" destOrd="0" presId="urn:microsoft.com/office/officeart/2018/5/layout/IconCircleLabelList"/>
    <dgm:cxn modelId="{3D887AC8-4C98-4104-82A7-04C211CCBAAA}" srcId="{1D3ECB66-4BB9-4307-9E4E-6B2315C839DB}" destId="{B7CA8BB5-0527-46A4-AEB0-09DA73CA2AF4}" srcOrd="2" destOrd="0" parTransId="{E1D18EB8-0D94-40B5-B410-C96FBBCB4530}" sibTransId="{833799AF-114C-42A2-88ED-078A25DE7E9B}"/>
    <dgm:cxn modelId="{A9CCE9D5-3150-410B-8F8F-D02227FEE1D1}" srcId="{1D3ECB66-4BB9-4307-9E4E-6B2315C839DB}" destId="{B852A021-BC4F-420A-A8AD-9F266FC8F86A}" srcOrd="3" destOrd="0" parTransId="{B5C4FB6A-6063-48A9-84DE-5EBB6EFF5196}" sibTransId="{265C4B25-776D-4366-BE54-FE10B75B9F22}"/>
    <dgm:cxn modelId="{2BC3A3F6-396D-47BB-9093-5B9FB355C10C}" type="presOf" srcId="{1D3ECB66-4BB9-4307-9E4E-6B2315C839DB}" destId="{BC2AD0FA-273C-4CF7-A00A-E2B58FF3CD36}" srcOrd="0" destOrd="0" presId="urn:microsoft.com/office/officeart/2018/5/layout/IconCircleLabelList"/>
    <dgm:cxn modelId="{53A961C7-76BA-46AA-8A21-B4FA43AE4A79}" type="presParOf" srcId="{BC2AD0FA-273C-4CF7-A00A-E2B58FF3CD36}" destId="{F6B4F4A0-065C-498C-9A88-EA95796CC7DD}" srcOrd="0" destOrd="0" presId="urn:microsoft.com/office/officeart/2018/5/layout/IconCircleLabelList"/>
    <dgm:cxn modelId="{06AC1BC4-59E9-43DE-AA96-B665D1DDB544}" type="presParOf" srcId="{F6B4F4A0-065C-498C-9A88-EA95796CC7DD}" destId="{89A618F2-946B-4DBB-89CE-13F7BD6BA040}" srcOrd="0" destOrd="0" presId="urn:microsoft.com/office/officeart/2018/5/layout/IconCircleLabelList"/>
    <dgm:cxn modelId="{614549CC-94CF-491D-A462-2063DF2D40F2}" type="presParOf" srcId="{F6B4F4A0-065C-498C-9A88-EA95796CC7DD}" destId="{32ECB2C2-1FF8-4FB4-AB73-8BE57BEA64EC}" srcOrd="1" destOrd="0" presId="urn:microsoft.com/office/officeart/2018/5/layout/IconCircleLabelList"/>
    <dgm:cxn modelId="{67CCB05A-972D-449B-B2FD-E98A740F9558}" type="presParOf" srcId="{F6B4F4A0-065C-498C-9A88-EA95796CC7DD}" destId="{1CDB6E60-CE3D-44AC-B50B-95B04BDB4AC7}" srcOrd="2" destOrd="0" presId="urn:microsoft.com/office/officeart/2018/5/layout/IconCircleLabelList"/>
    <dgm:cxn modelId="{F1BBCAB3-0938-4C93-ADC7-6EABCC2E1F38}" type="presParOf" srcId="{F6B4F4A0-065C-498C-9A88-EA95796CC7DD}" destId="{5C5A512C-90C6-4164-B991-75FD568C40EF}" srcOrd="3" destOrd="0" presId="urn:microsoft.com/office/officeart/2018/5/layout/IconCircleLabelList"/>
    <dgm:cxn modelId="{A06A8704-D297-49FB-8E14-778855081124}" type="presParOf" srcId="{BC2AD0FA-273C-4CF7-A00A-E2B58FF3CD36}" destId="{C70937AB-73F2-4785-B1C9-608F28CF5B15}" srcOrd="1" destOrd="0" presId="urn:microsoft.com/office/officeart/2018/5/layout/IconCircleLabelList"/>
    <dgm:cxn modelId="{34298BA7-5C04-4285-B15E-DB30FA878A74}" type="presParOf" srcId="{BC2AD0FA-273C-4CF7-A00A-E2B58FF3CD36}" destId="{69F1A2BA-3F58-4A7D-836B-A90DD0A70216}" srcOrd="2" destOrd="0" presId="urn:microsoft.com/office/officeart/2018/5/layout/IconCircleLabelList"/>
    <dgm:cxn modelId="{D2013BE0-6365-4EC1-AE95-F21E5BD07C28}" type="presParOf" srcId="{69F1A2BA-3F58-4A7D-836B-A90DD0A70216}" destId="{FCE603E2-DC72-46DB-882A-EB10FC95D085}" srcOrd="0" destOrd="0" presId="urn:microsoft.com/office/officeart/2018/5/layout/IconCircleLabelList"/>
    <dgm:cxn modelId="{FC1E03C8-D849-436D-ADEC-F097BD04C357}" type="presParOf" srcId="{69F1A2BA-3F58-4A7D-836B-A90DD0A70216}" destId="{E2EF9737-63C0-449F-990F-61F3638E46AD}" srcOrd="1" destOrd="0" presId="urn:microsoft.com/office/officeart/2018/5/layout/IconCircleLabelList"/>
    <dgm:cxn modelId="{AFAA2CEB-CE8E-4189-B57B-DA1DE592A5DD}" type="presParOf" srcId="{69F1A2BA-3F58-4A7D-836B-A90DD0A70216}" destId="{15011A49-3918-4550-93DF-F55CD05451D2}" srcOrd="2" destOrd="0" presId="urn:microsoft.com/office/officeart/2018/5/layout/IconCircleLabelList"/>
    <dgm:cxn modelId="{D05B9DF4-9A5F-4A30-8753-956AA955E096}" type="presParOf" srcId="{69F1A2BA-3F58-4A7D-836B-A90DD0A70216}" destId="{C197E439-8829-45EA-A488-88818DE634DB}" srcOrd="3" destOrd="0" presId="urn:microsoft.com/office/officeart/2018/5/layout/IconCircleLabelList"/>
    <dgm:cxn modelId="{233A94DF-3AD7-4F29-98B4-96382B3C9505}" type="presParOf" srcId="{BC2AD0FA-273C-4CF7-A00A-E2B58FF3CD36}" destId="{6F8C6AD0-5BDF-4631-A858-FD62E34FE242}" srcOrd="3" destOrd="0" presId="urn:microsoft.com/office/officeart/2018/5/layout/IconCircleLabelList"/>
    <dgm:cxn modelId="{674C22BB-25C2-4C98-B7C6-BC2A54A4C6F5}" type="presParOf" srcId="{BC2AD0FA-273C-4CF7-A00A-E2B58FF3CD36}" destId="{4B11BF51-FF55-41C6-8129-DBC9376BC911}" srcOrd="4" destOrd="0" presId="urn:microsoft.com/office/officeart/2018/5/layout/IconCircleLabelList"/>
    <dgm:cxn modelId="{E6093344-86C3-47AA-BFD7-154D9A9C5F57}" type="presParOf" srcId="{4B11BF51-FF55-41C6-8129-DBC9376BC911}" destId="{27D1416A-B77F-4F43-BF69-5CE99BF33651}" srcOrd="0" destOrd="0" presId="urn:microsoft.com/office/officeart/2018/5/layout/IconCircleLabelList"/>
    <dgm:cxn modelId="{E9BB5C00-6F40-42F4-BA2A-60EBB2B910BF}" type="presParOf" srcId="{4B11BF51-FF55-41C6-8129-DBC9376BC911}" destId="{3D1CF9A1-6EA4-41DD-8ABC-394FB05DCEE7}" srcOrd="1" destOrd="0" presId="urn:microsoft.com/office/officeart/2018/5/layout/IconCircleLabelList"/>
    <dgm:cxn modelId="{1BCE4F44-A097-4C5F-B004-3CA3533F9CEB}" type="presParOf" srcId="{4B11BF51-FF55-41C6-8129-DBC9376BC911}" destId="{6CA14DB2-4CAF-40C7-95A9-D51B58B7591D}" srcOrd="2" destOrd="0" presId="urn:microsoft.com/office/officeart/2018/5/layout/IconCircleLabelList"/>
    <dgm:cxn modelId="{A468F401-6E32-4FE2-B987-1102AF71715D}" type="presParOf" srcId="{4B11BF51-FF55-41C6-8129-DBC9376BC911}" destId="{EABB931D-60BB-4D2C-8969-7902CF2BAED6}" srcOrd="3" destOrd="0" presId="urn:microsoft.com/office/officeart/2018/5/layout/IconCircleLabelList"/>
    <dgm:cxn modelId="{5A2D3B7D-E893-4B15-81B4-C28939BEC9A0}" type="presParOf" srcId="{BC2AD0FA-273C-4CF7-A00A-E2B58FF3CD36}" destId="{C2F7B7D7-C10F-43DB-8D1F-C1EDB7574C5A}" srcOrd="5" destOrd="0" presId="urn:microsoft.com/office/officeart/2018/5/layout/IconCircleLabelList"/>
    <dgm:cxn modelId="{CA2F76F7-742F-45F7-A981-8783E23A47FE}" type="presParOf" srcId="{BC2AD0FA-273C-4CF7-A00A-E2B58FF3CD36}" destId="{47C9CED9-25F2-430A-9F16-6F98D0B7A1B9}" srcOrd="6" destOrd="0" presId="urn:microsoft.com/office/officeart/2018/5/layout/IconCircleLabelList"/>
    <dgm:cxn modelId="{A5EE8CAE-F32E-46A1-957A-2208B288AE19}" type="presParOf" srcId="{47C9CED9-25F2-430A-9F16-6F98D0B7A1B9}" destId="{EE5FB275-E4B7-426F-8E91-8B470FBDC1F0}" srcOrd="0" destOrd="0" presId="urn:microsoft.com/office/officeart/2018/5/layout/IconCircleLabelList"/>
    <dgm:cxn modelId="{ECA4BDD4-C648-471C-BC9E-C5E71620DD57}" type="presParOf" srcId="{47C9CED9-25F2-430A-9F16-6F98D0B7A1B9}" destId="{19E23D34-B513-4BF7-9348-7151986074B3}" srcOrd="1" destOrd="0" presId="urn:microsoft.com/office/officeart/2018/5/layout/IconCircleLabelList"/>
    <dgm:cxn modelId="{5D9BC3F8-C807-4DD2-96E2-AFD3713914DC}" type="presParOf" srcId="{47C9CED9-25F2-430A-9F16-6F98D0B7A1B9}" destId="{076E0CB7-8392-45F2-ADF3-DB60436145F9}" srcOrd="2" destOrd="0" presId="urn:microsoft.com/office/officeart/2018/5/layout/IconCircleLabelList"/>
    <dgm:cxn modelId="{B7674E8F-62ED-4B4D-A334-A3CDF327174B}" type="presParOf" srcId="{47C9CED9-25F2-430A-9F16-6F98D0B7A1B9}" destId="{A0356D7C-74F4-4EEB-9E19-DE0D49F24FE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DEC9AD-8B5D-4AB2-9075-9D2D88310C4F}">
      <dsp:nvSpPr>
        <dsp:cNvPr id="0" name=""/>
        <dsp:cNvSpPr/>
      </dsp:nvSpPr>
      <dsp:spPr>
        <a:xfrm>
          <a:off x="616935" y="110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E0CD33-57A2-4318-892C-43C2AAEE33F7}">
      <dsp:nvSpPr>
        <dsp:cNvPr id="0" name=""/>
        <dsp:cNvSpPr/>
      </dsp:nvSpPr>
      <dsp:spPr>
        <a:xfrm>
          <a:off x="810488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78215D-0AED-458D-A0ED-ACC5498147E5}">
      <dsp:nvSpPr>
        <dsp:cNvPr id="0" name=""/>
        <dsp:cNvSpPr/>
      </dsp:nvSpPr>
      <dsp:spPr>
        <a:xfrm>
          <a:off x="1736122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Analyze journey patterns and seasonality.</a:t>
          </a:r>
        </a:p>
      </dsp:txBody>
      <dsp:txXfrm>
        <a:off x="1736122" y="1100"/>
        <a:ext cx="2172539" cy="921683"/>
      </dsp:txXfrm>
    </dsp:sp>
    <dsp:sp modelId="{877528FE-A63E-4364-B832-5A94F6B8A64C}">
      <dsp:nvSpPr>
        <dsp:cNvPr id="0" name=""/>
        <dsp:cNvSpPr/>
      </dsp:nvSpPr>
      <dsp:spPr>
        <a:xfrm>
          <a:off x="4287209" y="1100"/>
          <a:ext cx="921683" cy="9216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4CE7E4-F080-4A94-90EC-533A9A6C2AFE}">
      <dsp:nvSpPr>
        <dsp:cNvPr id="0" name=""/>
        <dsp:cNvSpPr/>
      </dsp:nvSpPr>
      <dsp:spPr>
        <a:xfrm>
          <a:off x="4480763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D2B536-6AA3-4FAA-AF79-8BD14ADCF265}">
      <dsp:nvSpPr>
        <dsp:cNvPr id="0" name=""/>
        <dsp:cNvSpPr/>
      </dsp:nvSpPr>
      <dsp:spPr>
        <a:xfrm>
          <a:off x="5406396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Identify causes behind delays &amp; cancellations.</a:t>
          </a:r>
        </a:p>
      </dsp:txBody>
      <dsp:txXfrm>
        <a:off x="5406396" y="1100"/>
        <a:ext cx="2172539" cy="921683"/>
      </dsp:txXfrm>
    </dsp:sp>
    <dsp:sp modelId="{52D00348-624B-420F-8AB9-74999E2142BA}">
      <dsp:nvSpPr>
        <dsp:cNvPr id="0" name=""/>
        <dsp:cNvSpPr/>
      </dsp:nvSpPr>
      <dsp:spPr>
        <a:xfrm>
          <a:off x="616935" y="1635560"/>
          <a:ext cx="921683" cy="9216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59B17A-83F1-47E5-AA5C-8E31F4407966}">
      <dsp:nvSpPr>
        <dsp:cNvPr id="0" name=""/>
        <dsp:cNvSpPr/>
      </dsp:nvSpPr>
      <dsp:spPr>
        <a:xfrm>
          <a:off x="810488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71C4AE-B132-45E7-BAD3-5AC00FACAA7C}">
      <dsp:nvSpPr>
        <dsp:cNvPr id="0" name=""/>
        <dsp:cNvSpPr/>
      </dsp:nvSpPr>
      <dsp:spPr>
        <a:xfrm>
          <a:off x="1736122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Evaluate customer booking and payment behavior.</a:t>
          </a:r>
        </a:p>
      </dsp:txBody>
      <dsp:txXfrm>
        <a:off x="1736122" y="1635560"/>
        <a:ext cx="2172539" cy="921683"/>
      </dsp:txXfrm>
    </dsp:sp>
    <dsp:sp modelId="{E788EA25-25C6-46A7-820D-365EFA024EA0}">
      <dsp:nvSpPr>
        <dsp:cNvPr id="0" name=""/>
        <dsp:cNvSpPr/>
      </dsp:nvSpPr>
      <dsp:spPr>
        <a:xfrm>
          <a:off x="4287209" y="1635560"/>
          <a:ext cx="921683" cy="92168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F90ABC-4FC8-42CD-A570-6DB64C6F134A}">
      <dsp:nvSpPr>
        <dsp:cNvPr id="0" name=""/>
        <dsp:cNvSpPr/>
      </dsp:nvSpPr>
      <dsp:spPr>
        <a:xfrm>
          <a:off x="4480763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AF41A-ADA7-4BA3-BED5-C8433E591F56}">
      <dsp:nvSpPr>
        <dsp:cNvPr id="0" name=""/>
        <dsp:cNvSpPr/>
      </dsp:nvSpPr>
      <dsp:spPr>
        <a:xfrm>
          <a:off x="5406396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Build a complete Power BI reporting suite.</a:t>
          </a:r>
        </a:p>
      </dsp:txBody>
      <dsp:txXfrm>
        <a:off x="5406396" y="1635560"/>
        <a:ext cx="2172539" cy="921683"/>
      </dsp:txXfrm>
    </dsp:sp>
    <dsp:sp modelId="{BE3FA907-B8CD-4018-9A32-8358B85610BF}">
      <dsp:nvSpPr>
        <dsp:cNvPr id="0" name=""/>
        <dsp:cNvSpPr/>
      </dsp:nvSpPr>
      <dsp:spPr>
        <a:xfrm>
          <a:off x="616935" y="3270020"/>
          <a:ext cx="921683" cy="9216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BA8BB4-3B4A-4FD7-AFFD-CC338C29619E}">
      <dsp:nvSpPr>
        <dsp:cNvPr id="0" name=""/>
        <dsp:cNvSpPr/>
      </dsp:nvSpPr>
      <dsp:spPr>
        <a:xfrm>
          <a:off x="810488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7F928-C32A-4383-920E-6846379D359D}">
      <dsp:nvSpPr>
        <dsp:cNvPr id="0" name=""/>
        <dsp:cNvSpPr/>
      </dsp:nvSpPr>
      <dsp:spPr>
        <a:xfrm>
          <a:off x="1736122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Deliver actionable operational and commercial insights.</a:t>
          </a:r>
        </a:p>
      </dsp:txBody>
      <dsp:txXfrm>
        <a:off x="1736122" y="3270020"/>
        <a:ext cx="2172539" cy="9216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B6953C-841B-4418-8299-AA8498F909B5}">
      <dsp:nvSpPr>
        <dsp:cNvPr id="0" name=""/>
        <dsp:cNvSpPr/>
      </dsp:nvSpPr>
      <dsp:spPr>
        <a:xfrm>
          <a:off x="616935" y="1100"/>
          <a:ext cx="921683" cy="92168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062D95-F815-4FDD-8923-B81165BFBEAA}">
      <dsp:nvSpPr>
        <dsp:cNvPr id="0" name=""/>
        <dsp:cNvSpPr/>
      </dsp:nvSpPr>
      <dsp:spPr>
        <a:xfrm>
          <a:off x="810488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F5BBBF-2EF7-4A42-8C6D-FEC109168911}">
      <dsp:nvSpPr>
        <dsp:cNvPr id="0" name=""/>
        <dsp:cNvSpPr/>
      </dsp:nvSpPr>
      <dsp:spPr>
        <a:xfrm>
          <a:off x="1736122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Raw data cleanup and structuring.</a:t>
          </a:r>
        </a:p>
      </dsp:txBody>
      <dsp:txXfrm>
        <a:off x="1736122" y="1100"/>
        <a:ext cx="2172539" cy="921683"/>
      </dsp:txXfrm>
    </dsp:sp>
    <dsp:sp modelId="{32FBCDDF-EE13-43C1-8603-8FC5F9D72523}">
      <dsp:nvSpPr>
        <dsp:cNvPr id="0" name=""/>
        <dsp:cNvSpPr/>
      </dsp:nvSpPr>
      <dsp:spPr>
        <a:xfrm>
          <a:off x="4287209" y="1100"/>
          <a:ext cx="921683" cy="92168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D0F567-064B-48A6-AB66-1C63B9A54A42}">
      <dsp:nvSpPr>
        <dsp:cNvPr id="0" name=""/>
        <dsp:cNvSpPr/>
      </dsp:nvSpPr>
      <dsp:spPr>
        <a:xfrm>
          <a:off x="4480763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F8FD4D-8943-4215-A087-59731D4AB893}">
      <dsp:nvSpPr>
        <dsp:cNvPr id="0" name=""/>
        <dsp:cNvSpPr/>
      </dsp:nvSpPr>
      <dsp:spPr>
        <a:xfrm>
          <a:off x="5406396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Fact–dimension star-schema development.</a:t>
          </a:r>
        </a:p>
      </dsp:txBody>
      <dsp:txXfrm>
        <a:off x="5406396" y="1100"/>
        <a:ext cx="2172539" cy="921683"/>
      </dsp:txXfrm>
    </dsp:sp>
    <dsp:sp modelId="{9C0F301E-65ED-4341-8B2E-11E091473946}">
      <dsp:nvSpPr>
        <dsp:cNvPr id="0" name=""/>
        <dsp:cNvSpPr/>
      </dsp:nvSpPr>
      <dsp:spPr>
        <a:xfrm>
          <a:off x="616935" y="1635560"/>
          <a:ext cx="921683" cy="92168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A38C17-708A-4C89-9C9C-13E2F576354A}">
      <dsp:nvSpPr>
        <dsp:cNvPr id="0" name=""/>
        <dsp:cNvSpPr/>
      </dsp:nvSpPr>
      <dsp:spPr>
        <a:xfrm>
          <a:off x="810488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E76B34-795A-402D-A277-BA531FD581AC}">
      <dsp:nvSpPr>
        <dsp:cNvPr id="0" name=""/>
        <dsp:cNvSpPr/>
      </dsp:nvSpPr>
      <dsp:spPr>
        <a:xfrm>
          <a:off x="1736122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Creation of 6 analytical Power BI pages.</a:t>
          </a:r>
        </a:p>
      </dsp:txBody>
      <dsp:txXfrm>
        <a:off x="1736122" y="1635560"/>
        <a:ext cx="2172539" cy="921683"/>
      </dsp:txXfrm>
    </dsp:sp>
    <dsp:sp modelId="{66EE1735-B50E-45C9-9B57-E35512E99309}">
      <dsp:nvSpPr>
        <dsp:cNvPr id="0" name=""/>
        <dsp:cNvSpPr/>
      </dsp:nvSpPr>
      <dsp:spPr>
        <a:xfrm>
          <a:off x="4287209" y="1635560"/>
          <a:ext cx="921683" cy="92168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646BD4-EC38-4171-A8B5-B0FBF96687FA}">
      <dsp:nvSpPr>
        <dsp:cNvPr id="0" name=""/>
        <dsp:cNvSpPr/>
      </dsp:nvSpPr>
      <dsp:spPr>
        <a:xfrm>
          <a:off x="4480763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AE10E2-CB3A-4143-88B4-D5491F090640}">
      <dsp:nvSpPr>
        <dsp:cNvPr id="0" name=""/>
        <dsp:cNvSpPr/>
      </dsp:nvSpPr>
      <dsp:spPr>
        <a:xfrm>
          <a:off x="5406396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KPI automation with advanced DAX.</a:t>
          </a:r>
        </a:p>
      </dsp:txBody>
      <dsp:txXfrm>
        <a:off x="5406396" y="1635560"/>
        <a:ext cx="2172539" cy="921683"/>
      </dsp:txXfrm>
    </dsp:sp>
    <dsp:sp modelId="{856AB810-2C0E-470C-BF95-52D05568B50E}">
      <dsp:nvSpPr>
        <dsp:cNvPr id="0" name=""/>
        <dsp:cNvSpPr/>
      </dsp:nvSpPr>
      <dsp:spPr>
        <a:xfrm>
          <a:off x="616935" y="3270020"/>
          <a:ext cx="921683" cy="92168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15DEC7-1F92-4A08-8866-69AEB240D508}">
      <dsp:nvSpPr>
        <dsp:cNvPr id="0" name=""/>
        <dsp:cNvSpPr/>
      </dsp:nvSpPr>
      <dsp:spPr>
        <a:xfrm>
          <a:off x="810488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7FC0CC-E461-486A-8300-641D54509A1C}">
      <dsp:nvSpPr>
        <dsp:cNvPr id="0" name=""/>
        <dsp:cNvSpPr/>
      </dsp:nvSpPr>
      <dsp:spPr>
        <a:xfrm>
          <a:off x="1736122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Forecasting &amp; What‑If scenario modeling.</a:t>
          </a:r>
        </a:p>
      </dsp:txBody>
      <dsp:txXfrm>
        <a:off x="1736122" y="3270020"/>
        <a:ext cx="2172539" cy="9216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3E10DD-1BC4-4E2F-9C15-C60B3856B835}">
      <dsp:nvSpPr>
        <dsp:cNvPr id="0" name=""/>
        <dsp:cNvSpPr/>
      </dsp:nvSpPr>
      <dsp:spPr>
        <a:xfrm>
          <a:off x="369131" y="414748"/>
          <a:ext cx="598798" cy="5987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E7FEA8-C254-4E8B-BD0F-63D8A72000DD}">
      <dsp:nvSpPr>
        <dsp:cNvPr id="0" name=""/>
        <dsp:cNvSpPr/>
      </dsp:nvSpPr>
      <dsp:spPr>
        <a:xfrm>
          <a:off x="91914" y="1109152"/>
          <a:ext cx="1330664" cy="53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Standardized formats including date/time adjustments and categorical encoding for route and station names.</a:t>
          </a:r>
        </a:p>
      </dsp:txBody>
      <dsp:txXfrm>
        <a:off x="91914" y="1109152"/>
        <a:ext cx="1330664" cy="532265"/>
      </dsp:txXfrm>
    </dsp:sp>
    <dsp:sp modelId="{16B3EC81-D07F-46EE-920A-3D5C792F38AE}">
      <dsp:nvSpPr>
        <dsp:cNvPr id="0" name=""/>
        <dsp:cNvSpPr/>
      </dsp:nvSpPr>
      <dsp:spPr>
        <a:xfrm>
          <a:off x="1932661" y="414748"/>
          <a:ext cx="598798" cy="5987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95049-FCFC-4D29-8C0C-F8E5FE01A7A5}">
      <dsp:nvSpPr>
        <dsp:cNvPr id="0" name=""/>
        <dsp:cNvSpPr/>
      </dsp:nvSpPr>
      <dsp:spPr>
        <a:xfrm>
          <a:off x="1566729" y="1213151"/>
          <a:ext cx="1330664" cy="53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Fact tables: Journeys, Refunds, Delay Reasons</a:t>
          </a:r>
        </a:p>
      </dsp:txBody>
      <dsp:txXfrm>
        <a:off x="1566729" y="1213151"/>
        <a:ext cx="1330664" cy="532265"/>
      </dsp:txXfrm>
    </dsp:sp>
    <dsp:sp modelId="{D510F8B4-F667-481A-A60A-D5A74439BD74}">
      <dsp:nvSpPr>
        <dsp:cNvPr id="0" name=""/>
        <dsp:cNvSpPr/>
      </dsp:nvSpPr>
      <dsp:spPr>
        <a:xfrm>
          <a:off x="3496191" y="414748"/>
          <a:ext cx="598798" cy="5987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198A90-1D4B-4790-BC62-12A1495EF4C2}">
      <dsp:nvSpPr>
        <dsp:cNvPr id="0" name=""/>
        <dsp:cNvSpPr/>
      </dsp:nvSpPr>
      <dsp:spPr>
        <a:xfrm>
          <a:off x="3130259" y="1213151"/>
          <a:ext cx="1330664" cy="53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Dimensions: Calendar, Ticket Type, Railcard, Payment, Station</a:t>
          </a:r>
        </a:p>
      </dsp:txBody>
      <dsp:txXfrm>
        <a:off x="3130259" y="1213151"/>
        <a:ext cx="1330664" cy="532265"/>
      </dsp:txXfrm>
    </dsp:sp>
    <dsp:sp modelId="{EA17F9AA-577F-4AF0-A054-5F1B730E52AA}">
      <dsp:nvSpPr>
        <dsp:cNvPr id="0" name=""/>
        <dsp:cNvSpPr/>
      </dsp:nvSpPr>
      <dsp:spPr>
        <a:xfrm>
          <a:off x="5059722" y="414748"/>
          <a:ext cx="598798" cy="59879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87676A-1D76-42D4-9CA4-C267BC625086}">
      <dsp:nvSpPr>
        <dsp:cNvPr id="0" name=""/>
        <dsp:cNvSpPr/>
      </dsp:nvSpPr>
      <dsp:spPr>
        <a:xfrm>
          <a:off x="4693789" y="1213151"/>
          <a:ext cx="1330664" cy="53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KPI Layer: OTP %, Delay Rate, Refund %, Lead Time</a:t>
          </a:r>
        </a:p>
      </dsp:txBody>
      <dsp:txXfrm>
        <a:off x="4693789" y="1213151"/>
        <a:ext cx="1330664" cy="532265"/>
      </dsp:txXfrm>
    </dsp:sp>
    <dsp:sp modelId="{786B2141-86FF-4967-92EB-64B0411D13D0}">
      <dsp:nvSpPr>
        <dsp:cNvPr id="0" name=""/>
        <dsp:cNvSpPr/>
      </dsp:nvSpPr>
      <dsp:spPr>
        <a:xfrm>
          <a:off x="6623252" y="414748"/>
          <a:ext cx="598798" cy="59879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7FD259-D98A-4371-978D-E2D735443CA1}">
      <dsp:nvSpPr>
        <dsp:cNvPr id="0" name=""/>
        <dsp:cNvSpPr/>
      </dsp:nvSpPr>
      <dsp:spPr>
        <a:xfrm>
          <a:off x="6257319" y="1213151"/>
          <a:ext cx="1330664" cy="53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Dynamic KPIs using field parameters</a:t>
          </a:r>
        </a:p>
      </dsp:txBody>
      <dsp:txXfrm>
        <a:off x="6257319" y="1213151"/>
        <a:ext cx="1330664" cy="532265"/>
      </dsp:txXfrm>
    </dsp:sp>
    <dsp:sp modelId="{D9C856F0-4DDC-451D-9DB2-688D4F82E788}">
      <dsp:nvSpPr>
        <dsp:cNvPr id="0" name=""/>
        <dsp:cNvSpPr/>
      </dsp:nvSpPr>
      <dsp:spPr>
        <a:xfrm>
          <a:off x="8186782" y="414748"/>
          <a:ext cx="598798" cy="59879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F3109B-56BE-43D9-AD6F-4A0CBFE32179}">
      <dsp:nvSpPr>
        <dsp:cNvPr id="0" name=""/>
        <dsp:cNvSpPr/>
      </dsp:nvSpPr>
      <dsp:spPr>
        <a:xfrm>
          <a:off x="7820850" y="1213151"/>
          <a:ext cx="1330664" cy="53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Forecasting using built‑in analytics models</a:t>
          </a:r>
        </a:p>
      </dsp:txBody>
      <dsp:txXfrm>
        <a:off x="7820850" y="1213151"/>
        <a:ext cx="1330664" cy="53226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AE3EAC-E7BD-41EF-AE1F-DE63E8D59E8C}">
      <dsp:nvSpPr>
        <dsp:cNvPr id="0" name=""/>
        <dsp:cNvSpPr/>
      </dsp:nvSpPr>
      <dsp:spPr>
        <a:xfrm>
          <a:off x="6486" y="860978"/>
          <a:ext cx="854929" cy="8549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02DF0D-0BDF-4F0B-BB48-88AC885CFB4A}">
      <dsp:nvSpPr>
        <dsp:cNvPr id="0" name=""/>
        <dsp:cNvSpPr/>
      </dsp:nvSpPr>
      <dsp:spPr>
        <a:xfrm>
          <a:off x="6486" y="1822154"/>
          <a:ext cx="2442656" cy="366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Operational:</a:t>
          </a:r>
        </a:p>
      </dsp:txBody>
      <dsp:txXfrm>
        <a:off x="6486" y="1822154"/>
        <a:ext cx="2442656" cy="366398"/>
      </dsp:txXfrm>
    </dsp:sp>
    <dsp:sp modelId="{79146AB4-CB42-4C28-808C-F7624073EF5B}">
      <dsp:nvSpPr>
        <dsp:cNvPr id="0" name=""/>
        <dsp:cNvSpPr/>
      </dsp:nvSpPr>
      <dsp:spPr>
        <a:xfrm>
          <a:off x="6486" y="2237970"/>
          <a:ext cx="2442656" cy="109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Prioritize addressing technical &amp; staffing delays.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Strengthen teams during peak demand slots.</a:t>
          </a:r>
        </a:p>
      </dsp:txBody>
      <dsp:txXfrm>
        <a:off x="6486" y="2237970"/>
        <a:ext cx="2442656" cy="1093856"/>
      </dsp:txXfrm>
    </dsp:sp>
    <dsp:sp modelId="{4D8EBFB1-E236-409F-A421-5F678DE26481}">
      <dsp:nvSpPr>
        <dsp:cNvPr id="0" name=""/>
        <dsp:cNvSpPr/>
      </dsp:nvSpPr>
      <dsp:spPr>
        <a:xfrm>
          <a:off x="2876607" y="860978"/>
          <a:ext cx="854929" cy="8549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FCB378-1D1D-4F18-9F3E-9F4838DD6EBA}">
      <dsp:nvSpPr>
        <dsp:cNvPr id="0" name=""/>
        <dsp:cNvSpPr/>
      </dsp:nvSpPr>
      <dsp:spPr>
        <a:xfrm>
          <a:off x="2876607" y="1822154"/>
          <a:ext cx="2442656" cy="366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Commercial:</a:t>
          </a:r>
        </a:p>
      </dsp:txBody>
      <dsp:txXfrm>
        <a:off x="2876607" y="1822154"/>
        <a:ext cx="2442656" cy="366398"/>
      </dsp:txXfrm>
    </dsp:sp>
    <dsp:sp modelId="{A004F38D-0588-4817-BE97-D5646F679A73}">
      <dsp:nvSpPr>
        <dsp:cNvPr id="0" name=""/>
        <dsp:cNvSpPr/>
      </dsp:nvSpPr>
      <dsp:spPr>
        <a:xfrm>
          <a:off x="2876607" y="2237970"/>
          <a:ext cx="2442656" cy="109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Expand Railcard‑based promotions.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Introduce dynamic ticket pricing for early bookings.</a:t>
          </a:r>
        </a:p>
      </dsp:txBody>
      <dsp:txXfrm>
        <a:off x="2876607" y="2237970"/>
        <a:ext cx="2442656" cy="1093856"/>
      </dsp:txXfrm>
    </dsp:sp>
    <dsp:sp modelId="{370A3460-DEB3-4A24-8D86-80930D1FEB04}">
      <dsp:nvSpPr>
        <dsp:cNvPr id="0" name=""/>
        <dsp:cNvSpPr/>
      </dsp:nvSpPr>
      <dsp:spPr>
        <a:xfrm>
          <a:off x="5746728" y="860978"/>
          <a:ext cx="854929" cy="8549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A9FA35-BD9D-479A-AE77-A844D37689DE}">
      <dsp:nvSpPr>
        <dsp:cNvPr id="0" name=""/>
        <dsp:cNvSpPr/>
      </dsp:nvSpPr>
      <dsp:spPr>
        <a:xfrm>
          <a:off x="5746728" y="1822154"/>
          <a:ext cx="2442656" cy="366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Customer Experience:</a:t>
          </a:r>
        </a:p>
      </dsp:txBody>
      <dsp:txXfrm>
        <a:off x="5746728" y="1822154"/>
        <a:ext cx="2442656" cy="366398"/>
      </dsp:txXfrm>
    </dsp:sp>
    <dsp:sp modelId="{74AE4CE8-0A1F-4039-A958-BDB28922D470}">
      <dsp:nvSpPr>
        <dsp:cNvPr id="0" name=""/>
        <dsp:cNvSpPr/>
      </dsp:nvSpPr>
      <dsp:spPr>
        <a:xfrm>
          <a:off x="5746728" y="2237970"/>
          <a:ext cx="2442656" cy="109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Automate refund handling workflows.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Increase transparency of service disruptions.</a:t>
          </a:r>
        </a:p>
      </dsp:txBody>
      <dsp:txXfrm>
        <a:off x="5746728" y="2237970"/>
        <a:ext cx="2442656" cy="109385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4832D4-C0E1-4681-A08D-125EA52F7109}">
      <dsp:nvSpPr>
        <dsp:cNvPr id="0" name=""/>
        <dsp:cNvSpPr/>
      </dsp:nvSpPr>
      <dsp:spPr>
        <a:xfrm>
          <a:off x="376435" y="718980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4129BB-BCD4-4635-856E-F156E7E9DF6C}">
      <dsp:nvSpPr>
        <dsp:cNvPr id="0" name=""/>
        <dsp:cNvSpPr/>
      </dsp:nvSpPr>
      <dsp:spPr>
        <a:xfrm>
          <a:off x="610435" y="952980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CC93B8-EAFE-4905-A63B-08B7D7016A8B}">
      <dsp:nvSpPr>
        <dsp:cNvPr id="0" name=""/>
        <dsp:cNvSpPr/>
      </dsp:nvSpPr>
      <dsp:spPr>
        <a:xfrm>
          <a:off x="25435" y="2158980"/>
          <a:ext cx="1800000" cy="1314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dirty="0"/>
            <a:t>Target High-Risk Operational Areas</a:t>
          </a:r>
          <a:r>
            <a:rPr lang="en-US" sz="1600" kern="1200" dirty="0"/>
            <a:t>.</a:t>
          </a:r>
        </a:p>
      </dsp:txBody>
      <dsp:txXfrm>
        <a:off x="25435" y="2158980"/>
        <a:ext cx="1800000" cy="1314843"/>
      </dsp:txXfrm>
    </dsp:sp>
    <dsp:sp modelId="{40BA8E2D-BF29-4495-AF34-72C1ECCEFBB7}">
      <dsp:nvSpPr>
        <dsp:cNvPr id="0" name=""/>
        <dsp:cNvSpPr/>
      </dsp:nvSpPr>
      <dsp:spPr>
        <a:xfrm>
          <a:off x="2491435" y="718980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C85B16-9C49-4C1C-A415-89B93EEB56FC}">
      <dsp:nvSpPr>
        <dsp:cNvPr id="0" name=""/>
        <dsp:cNvSpPr/>
      </dsp:nvSpPr>
      <dsp:spPr>
        <a:xfrm>
          <a:off x="2725435" y="952980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F56BD-BF2F-457E-93AD-3152C12071AB}">
      <dsp:nvSpPr>
        <dsp:cNvPr id="0" name=""/>
        <dsp:cNvSpPr/>
      </dsp:nvSpPr>
      <dsp:spPr>
        <a:xfrm>
          <a:off x="2140435" y="2158980"/>
          <a:ext cx="1800000" cy="1314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dirty="0"/>
            <a:t>• Enhance Route-Level Performance• Strengthen Customer Experience &amp; Refund Governance.</a:t>
          </a:r>
        </a:p>
      </dsp:txBody>
      <dsp:txXfrm>
        <a:off x="2140435" y="2158980"/>
        <a:ext cx="1800000" cy="1314843"/>
      </dsp:txXfrm>
    </dsp:sp>
    <dsp:sp modelId="{9C4AF39B-B0E9-490B-871B-5B4316A9CCA4}">
      <dsp:nvSpPr>
        <dsp:cNvPr id="0" name=""/>
        <dsp:cNvSpPr/>
      </dsp:nvSpPr>
      <dsp:spPr>
        <a:xfrm>
          <a:off x="4606435" y="718980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340B32-021A-4D9E-997C-E78FB0BD115E}">
      <dsp:nvSpPr>
        <dsp:cNvPr id="0" name=""/>
        <dsp:cNvSpPr/>
      </dsp:nvSpPr>
      <dsp:spPr>
        <a:xfrm>
          <a:off x="4840435" y="952980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AE4E10-5428-4726-92FD-FED66E69FD54}">
      <dsp:nvSpPr>
        <dsp:cNvPr id="0" name=""/>
        <dsp:cNvSpPr/>
      </dsp:nvSpPr>
      <dsp:spPr>
        <a:xfrm>
          <a:off x="4255435" y="2158980"/>
          <a:ext cx="1800000" cy="1314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• </a:t>
          </a:r>
          <a:r>
            <a:rPr lang="en-US" sz="1600" b="1" kern="1200" dirty="0"/>
            <a:t>Improve Forecasting &amp; Automation</a:t>
          </a:r>
          <a:r>
            <a:rPr lang="en-US" sz="1600" kern="1200" dirty="0"/>
            <a:t>.</a:t>
          </a:r>
        </a:p>
      </dsp:txBody>
      <dsp:txXfrm>
        <a:off x="4255435" y="2158980"/>
        <a:ext cx="1800000" cy="1314843"/>
      </dsp:txXfrm>
    </dsp:sp>
    <dsp:sp modelId="{73252C37-C64E-4605-B969-AB9EB9B64AD4}">
      <dsp:nvSpPr>
        <dsp:cNvPr id="0" name=""/>
        <dsp:cNvSpPr/>
      </dsp:nvSpPr>
      <dsp:spPr>
        <a:xfrm>
          <a:off x="6721435" y="718980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910772-FB7A-47F4-BA2E-83DADAF3D2FA}">
      <dsp:nvSpPr>
        <dsp:cNvPr id="0" name=""/>
        <dsp:cNvSpPr/>
      </dsp:nvSpPr>
      <dsp:spPr>
        <a:xfrm>
          <a:off x="6955435" y="952980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4DFC44-89E8-4851-963F-7966D05C5328}">
      <dsp:nvSpPr>
        <dsp:cNvPr id="0" name=""/>
        <dsp:cNvSpPr/>
      </dsp:nvSpPr>
      <dsp:spPr>
        <a:xfrm>
          <a:off x="6370435" y="2158980"/>
          <a:ext cx="1800000" cy="1314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• </a:t>
          </a:r>
          <a:r>
            <a:rPr lang="en-US" sz="1600" b="1" kern="1200" dirty="0"/>
            <a:t>Build a Customer-Centric Performance Culture</a:t>
          </a:r>
          <a:r>
            <a:rPr lang="en-US" sz="1600" kern="1200" dirty="0"/>
            <a:t>.</a:t>
          </a:r>
        </a:p>
      </dsp:txBody>
      <dsp:txXfrm>
        <a:off x="6370435" y="2158980"/>
        <a:ext cx="1800000" cy="131484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A618F2-946B-4DBB-89CE-13F7BD6BA040}">
      <dsp:nvSpPr>
        <dsp:cNvPr id="0" name=""/>
        <dsp:cNvSpPr/>
      </dsp:nvSpPr>
      <dsp:spPr>
        <a:xfrm>
          <a:off x="376435" y="74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ECB2C2-1FF8-4FB4-AB73-8BE57BEA64EC}">
      <dsp:nvSpPr>
        <dsp:cNvPr id="0" name=""/>
        <dsp:cNvSpPr/>
      </dsp:nvSpPr>
      <dsp:spPr>
        <a:xfrm>
          <a:off x="610435" y="98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5A512C-90C6-4164-B991-75FD568C40EF}">
      <dsp:nvSpPr>
        <dsp:cNvPr id="0" name=""/>
        <dsp:cNvSpPr/>
      </dsp:nvSpPr>
      <dsp:spPr>
        <a:xfrm>
          <a:off x="25435" y="2186402"/>
          <a:ext cx="1800000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• Real-time visibility across routes and journey performance.</a:t>
          </a:r>
        </a:p>
      </dsp:txBody>
      <dsp:txXfrm>
        <a:off x="25435" y="2186402"/>
        <a:ext cx="1800000" cy="1260000"/>
      </dsp:txXfrm>
    </dsp:sp>
    <dsp:sp modelId="{FCE603E2-DC72-46DB-882A-EB10FC95D085}">
      <dsp:nvSpPr>
        <dsp:cNvPr id="0" name=""/>
        <dsp:cNvSpPr/>
      </dsp:nvSpPr>
      <dsp:spPr>
        <a:xfrm>
          <a:off x="2491435" y="74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EF9737-63C0-449F-990F-61F3638E46AD}">
      <dsp:nvSpPr>
        <dsp:cNvPr id="0" name=""/>
        <dsp:cNvSpPr/>
      </dsp:nvSpPr>
      <dsp:spPr>
        <a:xfrm>
          <a:off x="2725435" y="98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97E439-8829-45EA-A488-88818DE634DB}">
      <dsp:nvSpPr>
        <dsp:cNvPr id="0" name=""/>
        <dsp:cNvSpPr/>
      </dsp:nvSpPr>
      <dsp:spPr>
        <a:xfrm>
          <a:off x="2140435" y="2186402"/>
          <a:ext cx="1800000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Predictive disruption and refund risk indicators.</a:t>
          </a:r>
        </a:p>
      </dsp:txBody>
      <dsp:txXfrm>
        <a:off x="2140435" y="2186402"/>
        <a:ext cx="1800000" cy="1260000"/>
      </dsp:txXfrm>
    </dsp:sp>
    <dsp:sp modelId="{27D1416A-B77F-4F43-BF69-5CE99BF33651}">
      <dsp:nvSpPr>
        <dsp:cNvPr id="0" name=""/>
        <dsp:cNvSpPr/>
      </dsp:nvSpPr>
      <dsp:spPr>
        <a:xfrm>
          <a:off x="4606435" y="74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1CF9A1-6EA4-41DD-8ABC-394FB05DCEE7}">
      <dsp:nvSpPr>
        <dsp:cNvPr id="0" name=""/>
        <dsp:cNvSpPr/>
      </dsp:nvSpPr>
      <dsp:spPr>
        <a:xfrm>
          <a:off x="4840435" y="98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BB931D-60BB-4D2C-8969-7902CF2BAED6}">
      <dsp:nvSpPr>
        <dsp:cNvPr id="0" name=""/>
        <dsp:cNvSpPr/>
      </dsp:nvSpPr>
      <dsp:spPr>
        <a:xfrm>
          <a:off x="4255435" y="2186402"/>
          <a:ext cx="1800000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Stronger governance over refunds and customer satisfaction.</a:t>
          </a:r>
        </a:p>
      </dsp:txBody>
      <dsp:txXfrm>
        <a:off x="4255435" y="2186402"/>
        <a:ext cx="1800000" cy="1260000"/>
      </dsp:txXfrm>
    </dsp:sp>
    <dsp:sp modelId="{EE5FB275-E4B7-426F-8E91-8B470FBDC1F0}">
      <dsp:nvSpPr>
        <dsp:cNvPr id="0" name=""/>
        <dsp:cNvSpPr/>
      </dsp:nvSpPr>
      <dsp:spPr>
        <a:xfrm>
          <a:off x="6721435" y="74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E23D34-B513-4BF7-9348-7151986074B3}">
      <dsp:nvSpPr>
        <dsp:cNvPr id="0" name=""/>
        <dsp:cNvSpPr/>
      </dsp:nvSpPr>
      <dsp:spPr>
        <a:xfrm>
          <a:off x="6955435" y="98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356D7C-74F4-4EEB-9E19-DE0D49F24FED}">
      <dsp:nvSpPr>
        <dsp:cNvPr id="0" name=""/>
        <dsp:cNvSpPr/>
      </dsp:nvSpPr>
      <dsp:spPr>
        <a:xfrm>
          <a:off x="6370435" y="2186402"/>
          <a:ext cx="1800000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Improved operational planning and resource allocation.</a:t>
          </a:r>
        </a:p>
      </dsp:txBody>
      <dsp:txXfrm>
        <a:off x="6370435" y="2186402"/>
        <a:ext cx="1800000" cy="126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9119A-F2D0-4CFF-BED2-47984A0F79E7}" type="datetimeFigureOut">
              <a:rPr lang="en-US" smtClean="0"/>
              <a:t>21/11/2025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BE3D49-5803-4433-B598-C28A6BA53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296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image" Target="../media/image2.jpeg"/><Relationship Id="rId4" Type="http://schemas.openxmlformats.org/officeDocument/2006/relationships/tags" Target="../tags/tag6.xml"/><Relationship Id="rId9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image" Target="../media/image21.png"/><Relationship Id="rId7" Type="http://schemas.openxmlformats.org/officeDocument/2006/relationships/diagramLayout" Target="../diagrams/layout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diagramData" Target="../diagrams/data3.xml"/><Relationship Id="rId5" Type="http://schemas.openxmlformats.org/officeDocument/2006/relationships/image" Target="../media/image1.jpeg"/><Relationship Id="rId10" Type="http://schemas.microsoft.com/office/2007/relationships/diagramDrawing" Target="../diagrams/drawing3.xml"/><Relationship Id="rId4" Type="http://schemas.openxmlformats.org/officeDocument/2006/relationships/image" Target="../media/image22.jpeg"/><Relationship Id="rId9" Type="http://schemas.openxmlformats.org/officeDocument/2006/relationships/diagramColors" Target="../diagrams/colors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7" Type="http://schemas.openxmlformats.org/officeDocument/2006/relationships/image" Target="../media/image31.jpe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hyperlink" Target="https://app.powerbi.com/groups/me/reports/7958dfcd-6cdf-4316-b8c9-e5d053cfbe64/51c4afc2c1e3e257878d?experience=power-bi" TargetMode="Externa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300"/>
              <a:t>UK Rail Journey Analytics &amp; Power BI Reporting</a:t>
            </a:r>
          </a:p>
        </p:txBody>
      </p:sp>
      <p:sp>
        <p:nvSpPr>
          <p:cNvPr id="2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2FA327-880B-847A-C4C4-E4FF3AEEB9D7}"/>
              </a:ext>
            </a:extLst>
          </p:cNvPr>
          <p:cNvSpPr txBox="1"/>
          <p:nvPr/>
        </p:nvSpPr>
        <p:spPr>
          <a:xfrm>
            <a:off x="480060" y="2872899"/>
            <a:ext cx="3182691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ctr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Turning Rail Journey Data Into Actionable Insights for Performance, Customer Experience &amp; Operational Reliability</a:t>
            </a:r>
          </a:p>
        </p:txBody>
      </p:sp>
      <p:pic>
        <p:nvPicPr>
          <p:cNvPr id="4" name="Picture Placeholder 8" descr="A train on the tracks&#10;&#10;AI-generated content may be incorrect.">
            <a:extLst>
              <a:ext uri="{FF2B5EF4-FFF2-40B4-BE49-F238E27FC236}">
                <a16:creationId xmlns:a16="http://schemas.microsoft.com/office/drawing/2014/main" id="{564609BE-1E15-D463-B8EF-63169589547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386" r="12386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7519" y="348865"/>
            <a:ext cx="4349121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Project Team</a:t>
            </a:r>
          </a:p>
        </p:txBody>
      </p:sp>
      <p:pic>
        <p:nvPicPr>
          <p:cNvPr id="4" name="Picture Placeholder 8">
            <a:extLst>
              <a:ext uri="{FF2B5EF4-FFF2-40B4-BE49-F238E27FC236}">
                <a16:creationId xmlns:a16="http://schemas.microsoft.com/office/drawing/2014/main" id="{0212D003-8E20-7551-774D-55D5E4CCCF7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61" r="4761"/>
          <a:stretch>
            <a:fillRect/>
          </a:stretch>
        </p:blipFill>
        <p:spPr>
          <a:xfrm>
            <a:off x="19" y="5"/>
            <a:ext cx="1605261" cy="1559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2377485-0332-6CBB-5443-44E1AC0AF18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14325" y="5972810"/>
            <a:ext cx="1769935" cy="190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92">
              <a:defRPr/>
            </a:pPr>
            <a:endParaRPr lang="en-US" sz="1350" noProof="1">
              <a:solidFill>
                <a:srgbClr val="FFFFFF"/>
              </a:solidFill>
              <a:latin typeface="Franklin Gothic Book" panose="020B0503020102020204"/>
            </a:endParaRPr>
          </a:p>
        </p:txBody>
      </p:sp>
      <p:sp>
        <p:nvSpPr>
          <p:cNvPr id="8" name="Text Placeholder 53">
            <a:extLst>
              <a:ext uri="{FF2B5EF4-FFF2-40B4-BE49-F238E27FC236}">
                <a16:creationId xmlns:a16="http://schemas.microsoft.com/office/drawing/2014/main" id="{F85B242A-3583-F4A7-7AAB-7A9100586C59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314326" y="3836194"/>
            <a:ext cx="1641541" cy="411480"/>
          </a:xfrm>
          <a:prstGeom prst="rect">
            <a:avLst/>
          </a:prstGeom>
        </p:spPr>
        <p:txBody>
          <a:bodyPr vert="horz" lIns="0" tIns="45720" rIns="68580" bIns="0" rtlCol="0" anchor="b">
            <a:normAutofit/>
          </a:bodyPr>
          <a:lstStyle>
            <a:lvl1pPr marL="0" indent="0" algn="ctr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Franklin Gothic Medium" panose="020B0603020102020204" pitchFamily="34" charset="0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85766">
              <a:spcBef>
                <a:spcPts val="900"/>
              </a:spcBef>
              <a:defRPr/>
            </a:pPr>
            <a:r>
              <a:rPr lang="en-US" sz="1200" noProof="1">
                <a:solidFill>
                  <a:srgbClr val="201C20"/>
                </a:solidFill>
                <a:latin typeface="Aptos Display" panose="02110004020202020204"/>
              </a:rPr>
              <a:t>Mina Mishail</a:t>
            </a:r>
          </a:p>
        </p:txBody>
      </p:sp>
      <p:sp>
        <p:nvSpPr>
          <p:cNvPr id="9" name="Text Placeholder 55">
            <a:extLst>
              <a:ext uri="{FF2B5EF4-FFF2-40B4-BE49-F238E27FC236}">
                <a16:creationId xmlns:a16="http://schemas.microsoft.com/office/drawing/2014/main" id="{9536ED92-D1CA-B945-833D-561D13A1941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034790" y="3836194"/>
            <a:ext cx="1641541" cy="411480"/>
          </a:xfrm>
          <a:prstGeom prst="rect">
            <a:avLst/>
          </a:prstGeom>
        </p:spPr>
        <p:txBody>
          <a:bodyPr vert="horz" lIns="0" tIns="45720" rIns="68580" bIns="0" rtlCol="0" anchor="b">
            <a:normAutofit/>
          </a:bodyPr>
          <a:lstStyle>
            <a:lvl1pPr marL="0" indent="0" algn="ctr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Franklin Gothic Medium" panose="020B0603020102020204" pitchFamily="34" charset="0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85766">
              <a:spcBef>
                <a:spcPts val="900"/>
              </a:spcBef>
              <a:defRPr/>
            </a:pPr>
            <a:r>
              <a:rPr lang="en-US" sz="1200" noProof="1">
                <a:solidFill>
                  <a:srgbClr val="201C20"/>
                </a:solidFill>
                <a:latin typeface="Aptos Display" panose="02110004020202020204"/>
              </a:rPr>
              <a:t>Ahmed Wahed</a:t>
            </a:r>
          </a:p>
        </p:txBody>
      </p:sp>
      <p:sp>
        <p:nvSpPr>
          <p:cNvPr id="10" name="Text Placeholder 57">
            <a:extLst>
              <a:ext uri="{FF2B5EF4-FFF2-40B4-BE49-F238E27FC236}">
                <a16:creationId xmlns:a16="http://schemas.microsoft.com/office/drawing/2014/main" id="{AE935F7C-B39D-2CAB-8A47-51F1135CDB8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3752328" y="3836194"/>
            <a:ext cx="1641541" cy="411480"/>
          </a:xfrm>
          <a:prstGeom prst="rect">
            <a:avLst/>
          </a:prstGeom>
        </p:spPr>
        <p:txBody>
          <a:bodyPr vert="horz" lIns="0" tIns="45720" rIns="68580" bIns="0" rtlCol="0" anchor="b">
            <a:normAutofit/>
          </a:bodyPr>
          <a:lstStyle>
            <a:lvl1pPr marL="0" indent="0" algn="ctr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Franklin Gothic Medium" panose="020B0603020102020204" pitchFamily="34" charset="0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85766">
              <a:spcBef>
                <a:spcPts val="900"/>
              </a:spcBef>
              <a:defRPr/>
            </a:pPr>
            <a:r>
              <a:rPr lang="en-US" sz="1200" noProof="1">
                <a:solidFill>
                  <a:srgbClr val="201C20"/>
                </a:solidFill>
                <a:latin typeface="Aptos Display" panose="02110004020202020204"/>
              </a:rPr>
              <a:t>Tamer Abdo</a:t>
            </a:r>
          </a:p>
        </p:txBody>
      </p:sp>
      <p:sp>
        <p:nvSpPr>
          <p:cNvPr id="11" name="Text Placeholder 59">
            <a:extLst>
              <a:ext uri="{FF2B5EF4-FFF2-40B4-BE49-F238E27FC236}">
                <a16:creationId xmlns:a16="http://schemas.microsoft.com/office/drawing/2014/main" id="{F6F11667-C589-9817-D3B5-0892E726C30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5469866" y="3836194"/>
            <a:ext cx="1641541" cy="411480"/>
          </a:xfrm>
          <a:prstGeom prst="rect">
            <a:avLst/>
          </a:prstGeom>
        </p:spPr>
        <p:txBody>
          <a:bodyPr vert="horz" lIns="0" tIns="45720" rIns="68580" bIns="0" rtlCol="0" anchor="b">
            <a:normAutofit/>
          </a:bodyPr>
          <a:lstStyle>
            <a:lvl1pPr marL="0" indent="0" algn="ctr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Franklin Gothic Medium" panose="020B0603020102020204" pitchFamily="34" charset="0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85766">
              <a:spcBef>
                <a:spcPts val="900"/>
              </a:spcBef>
              <a:defRPr/>
            </a:pPr>
            <a:r>
              <a:rPr lang="en-US" sz="1200" noProof="1">
                <a:solidFill>
                  <a:srgbClr val="201C20"/>
                </a:solidFill>
                <a:latin typeface="Aptos Display" panose="02110004020202020204"/>
              </a:rPr>
              <a:t>Mina</a:t>
            </a:r>
          </a:p>
        </p:txBody>
      </p:sp>
      <p:sp>
        <p:nvSpPr>
          <p:cNvPr id="12" name="Text Placeholder 65">
            <a:extLst>
              <a:ext uri="{FF2B5EF4-FFF2-40B4-BE49-F238E27FC236}">
                <a16:creationId xmlns:a16="http://schemas.microsoft.com/office/drawing/2014/main" id="{B399D0D5-7BBE-C5E2-9BAF-4AD306196BD8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7187404" y="3836194"/>
            <a:ext cx="1641541" cy="411480"/>
          </a:xfrm>
          <a:prstGeom prst="rect">
            <a:avLst/>
          </a:prstGeom>
        </p:spPr>
        <p:txBody>
          <a:bodyPr vert="horz" lIns="0" tIns="45720" rIns="68580" bIns="0" rtlCol="0" anchor="b">
            <a:normAutofit/>
          </a:bodyPr>
          <a:lstStyle>
            <a:lvl1pPr marL="0" indent="0" algn="ctr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Franklin Gothic Medium" panose="020B0603020102020204" pitchFamily="34" charset="0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85766">
              <a:spcBef>
                <a:spcPts val="900"/>
              </a:spcBef>
              <a:defRPr/>
            </a:pPr>
            <a:r>
              <a:rPr lang="en-US" sz="1200" noProof="1">
                <a:solidFill>
                  <a:srgbClr val="201C20"/>
                </a:solidFill>
                <a:latin typeface="Aptos Display" panose="02110004020202020204"/>
              </a:rPr>
              <a:t>Karim</a:t>
            </a:r>
          </a:p>
        </p:txBody>
      </p:sp>
      <p:pic>
        <p:nvPicPr>
          <p:cNvPr id="14" name="Picture Placeholder 12">
            <a:extLst>
              <a:ext uri="{FF2B5EF4-FFF2-40B4-BE49-F238E27FC236}">
                <a16:creationId xmlns:a16="http://schemas.microsoft.com/office/drawing/2014/main" id="{CF9A33F9-9E1B-F2F7-55DA-3D710A589EF3}"/>
              </a:ext>
            </a:extLst>
          </p:cNvPr>
          <p:cNvPicPr>
            <a:picLocks/>
          </p:cNvPicPr>
          <p:nvPr/>
        </p:nvPicPr>
        <p:blipFill>
          <a:blip r:embed="rId10" cstate="screen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14325" y="2600961"/>
            <a:ext cx="1234440" cy="1232684"/>
          </a:xfrm>
          <a:prstGeom prst="roundRect">
            <a:avLst>
              <a:gd name="adj" fmla="val 3513"/>
            </a:avLst>
          </a:prstGeom>
        </p:spPr>
      </p:pic>
      <p:pic>
        <p:nvPicPr>
          <p:cNvPr id="15" name="Picture Placeholder 12">
            <a:extLst>
              <a:ext uri="{FF2B5EF4-FFF2-40B4-BE49-F238E27FC236}">
                <a16:creationId xmlns:a16="http://schemas.microsoft.com/office/drawing/2014/main" id="{3804BACA-0095-5D21-80DF-F308FEB2D17C}"/>
              </a:ext>
            </a:extLst>
          </p:cNvPr>
          <p:cNvPicPr>
            <a:picLocks/>
          </p:cNvPicPr>
          <p:nvPr/>
        </p:nvPicPr>
        <p:blipFill>
          <a:blip r:embed="rId10" cstate="screen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34790" y="2600961"/>
            <a:ext cx="1234440" cy="1232684"/>
          </a:xfrm>
          <a:prstGeom prst="roundRect">
            <a:avLst>
              <a:gd name="adj" fmla="val 3513"/>
            </a:avLst>
          </a:prstGeom>
        </p:spPr>
      </p:pic>
      <p:pic>
        <p:nvPicPr>
          <p:cNvPr id="16" name="Picture Placeholder 12">
            <a:extLst>
              <a:ext uri="{FF2B5EF4-FFF2-40B4-BE49-F238E27FC236}">
                <a16:creationId xmlns:a16="http://schemas.microsoft.com/office/drawing/2014/main" id="{19D4CE98-88C1-4B7B-AE3D-AC3391FE2494}"/>
              </a:ext>
            </a:extLst>
          </p:cNvPr>
          <p:cNvPicPr>
            <a:picLocks/>
          </p:cNvPicPr>
          <p:nvPr/>
        </p:nvPicPr>
        <p:blipFill>
          <a:blip r:embed="rId10" cstate="screen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52328" y="2600961"/>
            <a:ext cx="1234440" cy="1232684"/>
          </a:xfrm>
          <a:prstGeom prst="roundRect">
            <a:avLst>
              <a:gd name="adj" fmla="val 3513"/>
            </a:avLst>
          </a:prstGeom>
        </p:spPr>
      </p:pic>
      <p:pic>
        <p:nvPicPr>
          <p:cNvPr id="18" name="Picture Placeholder 12">
            <a:extLst>
              <a:ext uri="{FF2B5EF4-FFF2-40B4-BE49-F238E27FC236}">
                <a16:creationId xmlns:a16="http://schemas.microsoft.com/office/drawing/2014/main" id="{3ED91A21-F0AB-699E-3F1D-6C16F74B7906}"/>
              </a:ext>
            </a:extLst>
          </p:cNvPr>
          <p:cNvPicPr>
            <a:picLocks/>
          </p:cNvPicPr>
          <p:nvPr/>
        </p:nvPicPr>
        <p:blipFill>
          <a:blip r:embed="rId10" cstate="screen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69866" y="2600961"/>
            <a:ext cx="1234440" cy="1232684"/>
          </a:xfrm>
          <a:prstGeom prst="roundRect">
            <a:avLst>
              <a:gd name="adj" fmla="val 3513"/>
            </a:avLst>
          </a:prstGeom>
        </p:spPr>
      </p:pic>
      <p:pic>
        <p:nvPicPr>
          <p:cNvPr id="20" name="Picture Placeholder 12">
            <a:extLst>
              <a:ext uri="{FF2B5EF4-FFF2-40B4-BE49-F238E27FC236}">
                <a16:creationId xmlns:a16="http://schemas.microsoft.com/office/drawing/2014/main" id="{E49011B8-D53F-DA1D-29A1-0A0DC42435DB}"/>
              </a:ext>
            </a:extLst>
          </p:cNvPr>
          <p:cNvPicPr>
            <a:picLocks/>
          </p:cNvPicPr>
          <p:nvPr/>
        </p:nvPicPr>
        <p:blipFill>
          <a:blip r:embed="rId10" cstate="screen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87404" y="2600961"/>
            <a:ext cx="1234440" cy="1232684"/>
          </a:xfrm>
          <a:prstGeom prst="roundRect">
            <a:avLst>
              <a:gd name="adj" fmla="val 3513"/>
            </a:avLst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EB2012-5388-B17A-B2B3-B0DF7FB7C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D2BCA4-DFD8-8356-FFC4-6046B76A3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814D55-F64C-8D0D-8B38-8A3B6033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FA6AB9-1DAE-092C-7EA1-310CF116D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B83B60-A611-5648-6E62-127EA2D4F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3B9CC2-D84D-EADF-BD8C-E8D01B237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519" y="348865"/>
            <a:ext cx="4349121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Project Objectives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2D7876F8-CFAA-0191-7F26-E59E14D0B0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Placeholder 8">
            <a:extLst>
              <a:ext uri="{FF2B5EF4-FFF2-40B4-BE49-F238E27FC236}">
                <a16:creationId xmlns:a16="http://schemas.microsoft.com/office/drawing/2014/main" id="{ED4CFA30-7099-F833-AC89-48EC4350D14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61" r="4761"/>
          <a:stretch>
            <a:fillRect/>
          </a:stretch>
        </p:blipFill>
        <p:spPr>
          <a:xfrm>
            <a:off x="19" y="5"/>
            <a:ext cx="1605261" cy="1559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7222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6946903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Scope of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EE82F5-CF12-C850-DDE1-641DBA6D11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350836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Placeholder 8">
            <a:extLst>
              <a:ext uri="{FF2B5EF4-FFF2-40B4-BE49-F238E27FC236}">
                <a16:creationId xmlns:a16="http://schemas.microsoft.com/office/drawing/2014/main" id="{3C601B5D-FF84-C4D1-1EE0-01A6844759A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61" r="4761"/>
          <a:stretch>
            <a:fillRect/>
          </a:stretch>
        </p:blipFill>
        <p:spPr>
          <a:xfrm>
            <a:off x="19" y="5"/>
            <a:ext cx="1605261" cy="1559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A952C5-68EB-DD9A-BA17-EAA6ED87B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13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9272" cy="1576446"/>
            <a:chOff x="0" y="0"/>
            <a:chExt cx="12192002" cy="157644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C43FFA-59F2-BC34-4718-001A72C2B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721" y="319314"/>
            <a:ext cx="3048000" cy="10305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b="1" dirty="0">
                <a:solidFill>
                  <a:srgbClr val="FFFFFF"/>
                </a:solidFill>
              </a:rPr>
              <a:t>Data Cleaning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F32AA7-CAAD-0BAE-9D95-A7DC4064AD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84" r="35594" b="-2"/>
          <a:stretch>
            <a:fillRect/>
          </a:stretch>
        </p:blipFill>
        <p:spPr>
          <a:xfrm>
            <a:off x="4872054" y="1656627"/>
            <a:ext cx="3936668" cy="3028691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1454A4-E525-9A18-1834-6CDB9AA1515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090"/>
          <a:stretch>
            <a:fillRect/>
          </a:stretch>
        </p:blipFill>
        <p:spPr>
          <a:xfrm>
            <a:off x="335280" y="1656627"/>
            <a:ext cx="3936668" cy="30412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Placeholder 8" descr="A train on the tracks&#10;&#10;AI-generated content may be incorrect.">
            <a:extLst>
              <a:ext uri="{FF2B5EF4-FFF2-40B4-BE49-F238E27FC236}">
                <a16:creationId xmlns:a16="http://schemas.microsoft.com/office/drawing/2014/main" id="{F2302AA5-046A-64C4-7E21-04912147044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61" r="4761"/>
          <a:stretch>
            <a:fillRect/>
          </a:stretch>
        </p:blipFill>
        <p:spPr>
          <a:xfrm>
            <a:off x="19" y="5"/>
            <a:ext cx="1605261" cy="1559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32" name="TextBox 3">
            <a:extLst>
              <a:ext uri="{FF2B5EF4-FFF2-40B4-BE49-F238E27FC236}">
                <a16:creationId xmlns:a16="http://schemas.microsoft.com/office/drawing/2014/main" id="{07A13FD9-E03F-3E80-E5E9-44FDD1C41B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3960254"/>
              </p:ext>
            </p:extLst>
          </p:nvPr>
        </p:nvGraphicFramePr>
        <p:xfrm>
          <a:off x="-91915" y="4666091"/>
          <a:ext cx="9154713" cy="2160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686286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43D73-1B43-20F0-90F7-C5CF0D166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8DB9D57-0BA8-B219-BAE8-14A103378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13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4EDF1FF-843D-09B2-9DD1-96C5A6816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9272" cy="1576446"/>
            <a:chOff x="0" y="0"/>
            <a:chExt cx="12192002" cy="157644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F9BA4FC-77B1-3FED-A509-44BBA3E09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5D6C5E7-E64C-7688-EB02-D01008602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CA3232E-FBD4-FC34-90BF-733B18AE5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DA3377D-7398-49DC-FE3F-49A6894DB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721" y="319314"/>
            <a:ext cx="3048000" cy="10305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b="1" dirty="0">
                <a:solidFill>
                  <a:srgbClr val="FFFFFF"/>
                </a:solidFill>
              </a:rPr>
              <a:t>Data Model</a:t>
            </a:r>
          </a:p>
        </p:txBody>
      </p:sp>
      <p:pic>
        <p:nvPicPr>
          <p:cNvPr id="15" name="Picture Placeholder 8" descr="A train on the tracks&#10;&#10;AI-generated content may be incorrect.">
            <a:extLst>
              <a:ext uri="{FF2B5EF4-FFF2-40B4-BE49-F238E27FC236}">
                <a16:creationId xmlns:a16="http://schemas.microsoft.com/office/drawing/2014/main" id="{9F1AF42E-F6E7-D0F7-4372-84962285CC6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61" r="4761"/>
          <a:stretch>
            <a:fillRect/>
          </a:stretch>
        </p:blipFill>
        <p:spPr>
          <a:xfrm>
            <a:off x="19" y="5"/>
            <a:ext cx="1605261" cy="1559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hlinkClick r:id="rId6"/>
            <a:extLst>
              <a:ext uri="{FF2B5EF4-FFF2-40B4-BE49-F238E27FC236}">
                <a16:creationId xmlns:a16="http://schemas.microsoft.com/office/drawing/2014/main" id="{FD604BF6-DDA1-79DE-0757-92C81774C5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840" y="1559962"/>
            <a:ext cx="5800808" cy="5086546"/>
          </a:xfrm>
          <a:prstGeom prst="rect">
            <a:avLst/>
          </a:prstGeom>
        </p:spPr>
      </p:pic>
      <p:sp>
        <p:nvSpPr>
          <p:cNvPr id="5" name="Content Placeholder 11">
            <a:extLst>
              <a:ext uri="{FF2B5EF4-FFF2-40B4-BE49-F238E27FC236}">
                <a16:creationId xmlns:a16="http://schemas.microsoft.com/office/drawing/2014/main" id="{C1EF0685-EF6D-3DA2-C99B-9193609BD95F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152400" y="2586900"/>
            <a:ext cx="3077375" cy="2584539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29685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3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085824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543012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01789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3" marR="0" lvl="0" indent="0" algn="l" defTabSz="914354" rtl="0" eaLnBrk="1" fontAlgn="auto" latinLnBrk="0" hangingPunct="1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Implemented a star schema with fact tables for journeys and revenue, and dimension tables for stations, routes, and dates to optimize query performance and reporting.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5E6F4C69-242C-228A-4584-804C0FA54D0C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419101" y="2179469"/>
            <a:ext cx="2608580" cy="407432"/>
          </a:xfrm>
          <a:prstGeom prst="rect">
            <a:avLst/>
          </a:prstGeom>
        </p:spPr>
        <p:txBody>
          <a:bodyPr vert="horz" lIns="0" tIns="45720" rIns="91440" bIns="45720" rtlCol="0" anchor="t">
            <a:normAutofit fontScale="92500" lnSpcReduction="10000"/>
          </a:bodyPr>
          <a:lstStyle>
            <a:lvl1pPr marL="0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Franklin Gothic Medium" panose="020B0603020102020204" pitchFamily="34" charset="0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n-ea"/>
                <a:cs typeface="Arial" panose="020B0604020202020204" pitchFamily="34" charset="0"/>
              </a:rPr>
              <a:t>Modeling Approach</a:t>
            </a:r>
          </a:p>
        </p:txBody>
      </p:sp>
    </p:spTree>
    <p:extLst>
      <p:ext uri="{BB962C8B-B14F-4D97-AF65-F5344CB8AC3E}">
        <p14:creationId xmlns:p14="http://schemas.microsoft.com/office/powerpoint/2010/main" val="1951664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5880103" cy="877729"/>
          </a:xfrm>
        </p:spPr>
        <p:txBody>
          <a:bodyPr anchor="ctr">
            <a:normAutofit/>
          </a:bodyPr>
          <a:lstStyle/>
          <a:p>
            <a:r>
              <a:rPr lang="en-US" sz="3500" b="1" dirty="0">
                <a:solidFill>
                  <a:srgbClr val="FFFFFF"/>
                </a:solidFill>
              </a:rPr>
              <a:t>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3290F0-75C5-BE61-99C3-DC470DE448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7865132"/>
              </p:ext>
            </p:extLst>
          </p:nvPr>
        </p:nvGraphicFramePr>
        <p:xfrm>
          <a:off x="483042" y="156393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Placeholder 8">
            <a:extLst>
              <a:ext uri="{FF2B5EF4-FFF2-40B4-BE49-F238E27FC236}">
                <a16:creationId xmlns:a16="http://schemas.microsoft.com/office/drawing/2014/main" id="{6E1FFA30-8518-E607-38D7-5F42BB157FE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61" r="4761"/>
          <a:stretch>
            <a:fillRect/>
          </a:stretch>
        </p:blipFill>
        <p:spPr>
          <a:xfrm>
            <a:off x="19" y="5"/>
            <a:ext cx="1605261" cy="1559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3" name="TextBox 9">
            <a:extLst>
              <a:ext uri="{FF2B5EF4-FFF2-40B4-BE49-F238E27FC236}">
                <a16:creationId xmlns:a16="http://schemas.microsoft.com/office/drawing/2014/main" id="{9E7F0048-DDC0-379E-1761-1D9EC527B5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155306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Picture Placeholder 8">
            <a:extLst>
              <a:ext uri="{FF2B5EF4-FFF2-40B4-BE49-F238E27FC236}">
                <a16:creationId xmlns:a16="http://schemas.microsoft.com/office/drawing/2014/main" id="{267920DF-B7D7-58D0-A81A-E46FA918F8D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61" r="4761"/>
          <a:stretch>
            <a:fillRect/>
          </a:stretch>
        </p:blipFill>
        <p:spPr>
          <a:xfrm>
            <a:off x="19" y="5"/>
            <a:ext cx="1605261" cy="1559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4F2EE19-3693-F0AA-ECA5-BA87FD964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017" y="348865"/>
            <a:ext cx="4782823" cy="877729"/>
          </a:xfrm>
        </p:spPr>
        <p:txBody>
          <a:bodyPr anchor="ctr">
            <a:normAutofit fontScale="90000"/>
          </a:bodyPr>
          <a:lstStyle/>
          <a:p>
            <a:r>
              <a:rPr lang="en-US" sz="3500" b="1" dirty="0">
                <a:solidFill>
                  <a:srgbClr val="FFFFFF"/>
                </a:solidFill>
              </a:rPr>
              <a:t>Strategic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25137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5951223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Value for Leadership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226046-7DB7-07C1-81B7-619F24A84D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38466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Placeholder 8">
            <a:extLst>
              <a:ext uri="{FF2B5EF4-FFF2-40B4-BE49-F238E27FC236}">
                <a16:creationId xmlns:a16="http://schemas.microsoft.com/office/drawing/2014/main" id="{E55CC28C-F057-2108-F90A-53C7DE73D9A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61" r="4761"/>
          <a:stretch>
            <a:fillRect/>
          </a:stretch>
        </p:blipFill>
        <p:spPr>
          <a:xfrm>
            <a:off x="19" y="5"/>
            <a:ext cx="1605261" cy="1559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TEMPLATE" val="D9fCV9f59UZFiLIMLoUj3k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name_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name_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name_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name_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name_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0C5AAB2-EF90-4551-8105-80C853DCF443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319</Words>
  <Application>Microsoft Office PowerPoint</Application>
  <PresentationFormat>On-screen Show (4:3)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Franklin Gothic Book</vt:lpstr>
      <vt:lpstr>Office Theme</vt:lpstr>
      <vt:lpstr>UK Rail Journey Analytics &amp; Power BI Reporting</vt:lpstr>
      <vt:lpstr>Project Team</vt:lpstr>
      <vt:lpstr>Project Objectives</vt:lpstr>
      <vt:lpstr>Scope of Work</vt:lpstr>
      <vt:lpstr>Data Cleaning</vt:lpstr>
      <vt:lpstr>Data Model</vt:lpstr>
      <vt:lpstr>Recommendations</vt:lpstr>
      <vt:lpstr>Strategic Recommendations</vt:lpstr>
      <vt:lpstr>Value for Leadership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Tamer Ashmawey</dc:description>
  <cp:lastModifiedBy>Tamer Ashmawey</cp:lastModifiedBy>
  <cp:revision>50</cp:revision>
  <dcterms:created xsi:type="dcterms:W3CDTF">2013-01-27T09:14:16Z</dcterms:created>
  <dcterms:modified xsi:type="dcterms:W3CDTF">2025-11-21T18:13:04Z</dcterms:modified>
  <cp:category/>
</cp:coreProperties>
</file>